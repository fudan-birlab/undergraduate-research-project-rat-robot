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2" r:id="rId2"/>
  </p:sldMasterIdLst>
  <p:notesMasterIdLst>
    <p:notesMasterId r:id="rId13"/>
  </p:notesMasterIdLst>
  <p:handoutMasterIdLst>
    <p:handoutMasterId r:id="rId14"/>
  </p:handoutMasterIdLst>
  <p:sldIdLst>
    <p:sldId id="373" r:id="rId3"/>
    <p:sldId id="376" r:id="rId4"/>
    <p:sldId id="375" r:id="rId5"/>
    <p:sldId id="377" r:id="rId6"/>
    <p:sldId id="379" r:id="rId7"/>
    <p:sldId id="380" r:id="rId8"/>
    <p:sldId id="381" r:id="rId9"/>
    <p:sldId id="382" r:id="rId10"/>
    <p:sldId id="383" r:id="rId11"/>
    <p:sldId id="378" r:id="rId12"/>
  </p:sldIdLst>
  <p:sldSz cx="9144000" cy="6858000" type="screen4x3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华文新魏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华文新魏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华文新魏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华文新魏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华文新魏" pitchFamily="2" charset="-122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华文新魏" pitchFamily="2" charset="-122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华文新魏" pitchFamily="2" charset="-122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华文新魏" pitchFamily="2" charset="-122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华文新魏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3F50"/>
    <a:srgbClr val="CADDE4"/>
    <a:srgbClr val="9BC0CD"/>
    <a:srgbClr val="CFE8FD"/>
    <a:srgbClr val="CCCCFF"/>
    <a:srgbClr val="99CCFF"/>
    <a:srgbClr val="FF0000"/>
    <a:srgbClr val="BEB8EA"/>
    <a:srgbClr val="D5E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F27213-5081-4283-B7BE-DB6AE9961F7E}" v="59" dt="2023-10-27T07:11:49.7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306799F8-075E-4A3A-A7F6-7FBC6576F1A4}" styleName="主题样式 2 - 强调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03447BB-5D67-496B-8E87-E561075AD55C}" styleName="深色样式 1 - 强调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41" autoAdjust="0"/>
    <p:restoredTop sz="96233" autoAdjust="0"/>
  </p:normalViewPr>
  <p:slideViewPr>
    <p:cSldViewPr snapToGrid="0">
      <p:cViewPr varScale="1">
        <p:scale>
          <a:sx n="74" d="100"/>
          <a:sy n="74" d="100"/>
        </p:scale>
        <p:origin x="204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ffectLst/>
                <a:latin typeface="Arial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36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4813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ffectLst/>
                <a:latin typeface="Arial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36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163"/>
            <a:ext cx="2944813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ffectLst/>
                <a:latin typeface="Arial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36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28163"/>
            <a:ext cx="2944813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宋体" charset="-122"/>
              </a:defRPr>
            </a:lvl1pPr>
          </a:lstStyle>
          <a:p>
            <a:fld id="{9D67D9BA-E5AB-4005-8369-BAF6D7DF13F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55252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ffectLst/>
                <a:latin typeface="Arial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4813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ffectLst/>
                <a:latin typeface="Arial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4113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4875"/>
            <a:ext cx="5438775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944813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ffectLst/>
                <a:latin typeface="Arial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28163"/>
            <a:ext cx="2944813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宋体" charset="-122"/>
              </a:defRPr>
            </a:lvl1pPr>
          </a:lstStyle>
          <a:p>
            <a:fld id="{F9726E04-01CA-4335-BD81-520F242FF28A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567986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05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26E04-01CA-4335-BD81-520F242FF28A}" type="slidenum">
              <a:rPr lang="zh-CN" altLang="en-US" smtClean="0"/>
              <a:pPr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1223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0"/>
          <p:cNvSpPr>
            <a:spLocks noChangeArrowheads="1"/>
          </p:cNvSpPr>
          <p:nvPr/>
        </p:nvSpPr>
        <p:spPr bwMode="hidden">
          <a:xfrm>
            <a:off x="0" y="6415088"/>
            <a:ext cx="9144000" cy="442912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n-ea"/>
            </a:endParaRPr>
          </a:p>
        </p:txBody>
      </p:sp>
      <p:pic>
        <p:nvPicPr>
          <p:cNvPr id="5" name="Picture 34" descr="fudan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5925" y="6478588"/>
            <a:ext cx="955675" cy="357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2" descr="fudanTu"/>
          <p:cNvPicPr>
            <a:picLocks noChangeAspect="1" noChangeArrowheads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2063" y="301625"/>
            <a:ext cx="1041400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6"/>
          <p:cNvCxnSpPr>
            <a:cxnSpLocks noChangeShapeType="1"/>
          </p:cNvCxnSpPr>
          <p:nvPr userDrawn="1"/>
        </p:nvCxnSpPr>
        <p:spPr bwMode="auto">
          <a:xfrm>
            <a:off x="469900" y="1457325"/>
            <a:ext cx="8229600" cy="1588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  <a:headEnd/>
            <a:tailEnd/>
          </a:ln>
          <a:effectLst>
            <a:outerShdw dist="23000" dir="5400000" rotWithShape="0">
              <a:srgbClr val="00000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Rectangle 46"/>
          <p:cNvSpPr>
            <a:spLocks noChangeArrowheads="1"/>
          </p:cNvSpPr>
          <p:nvPr userDrawn="1"/>
        </p:nvSpPr>
        <p:spPr bwMode="auto">
          <a:xfrm>
            <a:off x="4527550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 anchorCtr="1"/>
          <a:lstStyle/>
          <a:p>
            <a:fld id="{67932861-4EEB-44DC-9F7E-D1256549AB42}" type="slidenum">
              <a:rPr lang="zh-CN" altLang="en-US" sz="900" b="1">
                <a:solidFill>
                  <a:schemeClr val="bg1"/>
                </a:solidFill>
                <a:ea typeface="宋体" charset="-122"/>
              </a:rPr>
              <a:pPr/>
              <a:t>‹#›</a:t>
            </a:fld>
            <a:endParaRPr lang="en-US" altLang="zh-CN" sz="900" b="1">
              <a:solidFill>
                <a:schemeClr val="bg1"/>
              </a:solidFill>
              <a:ea typeface="宋体" charset="-122"/>
            </a:endParaRPr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889000" y="3619500"/>
            <a:ext cx="7810500" cy="1587500"/>
          </a:xfrm>
        </p:spPr>
        <p:txBody>
          <a:bodyPr lIns="92035" tIns="46019" rIns="92035" bIns="46019"/>
          <a:lstStyle>
            <a:lvl1pPr marL="0" indent="0" algn="r">
              <a:lnSpc>
                <a:spcPct val="100000"/>
              </a:lnSpc>
              <a:spcBef>
                <a:spcPct val="0"/>
              </a:spcBef>
              <a:buFont typeface="Wingdings" pitchFamily="2" charset="2"/>
              <a:buNone/>
              <a:defRPr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/>
              <a:t>Name</a:t>
            </a:r>
          </a:p>
          <a:p>
            <a:r>
              <a:rPr lang="en-US" altLang="zh-CN"/>
              <a:t>Title</a:t>
            </a:r>
          </a:p>
          <a:p>
            <a:r>
              <a:rPr lang="en-US" altLang="zh-CN"/>
              <a:t>Department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ctrTitle" sz="quarter"/>
          </p:nvPr>
        </p:nvSpPr>
        <p:spPr>
          <a:xfrm>
            <a:off x="928688" y="1957388"/>
            <a:ext cx="7754937" cy="1471612"/>
          </a:xfrm>
        </p:spPr>
        <p:txBody>
          <a:bodyPr lIns="64264" tIns="32131" rIns="64264" bIns="32131"/>
          <a:lstStyle>
            <a:lvl1pPr algn="r"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Click to edit Master title style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04661E4-933D-ABED-BF94-68BC379AE1B2}"/>
              </a:ext>
            </a:extLst>
          </p:cNvPr>
          <p:cNvSpPr txBox="1"/>
          <p:nvPr userDrawn="1"/>
        </p:nvSpPr>
        <p:spPr>
          <a:xfrm>
            <a:off x="432882" y="6497221"/>
            <a:ext cx="26313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High Tower Text" panose="02040502050506030303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dirty="0">
                <a:solidFill>
                  <a:schemeClr val="bg1"/>
                </a:solidFill>
                <a:latin typeface="High Tower Text" panose="02040502050506030303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lectronic </a:t>
            </a:r>
            <a:r>
              <a:rPr lang="en-US" altLang="zh-CN" b="1" dirty="0">
                <a:solidFill>
                  <a:schemeClr val="bg1"/>
                </a:solidFill>
                <a:latin typeface="High Tower Text" panose="02040502050506030303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chemeClr val="bg1"/>
                </a:solidFill>
                <a:latin typeface="High Tower Text" panose="02040502050506030303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eek </a:t>
            </a:r>
            <a:r>
              <a:rPr lang="en-US" altLang="zh-CN" b="1" dirty="0">
                <a:solidFill>
                  <a:schemeClr val="bg1"/>
                </a:solidFill>
                <a:latin typeface="High Tower Text" panose="02040502050506030303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chemeClr val="bg1"/>
                </a:solidFill>
                <a:latin typeface="High Tower Text" panose="02040502050506030303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ssociation</a:t>
            </a:r>
            <a:endParaRPr lang="zh-CN" altLang="en-US" dirty="0">
              <a:solidFill>
                <a:schemeClr val="bg1"/>
              </a:solidFill>
              <a:latin typeface="High Tower Text" panose="02040502050506030303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F006AFFC-3AD1-45E6-BB6B-B86A2EF337D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748" y="6497221"/>
            <a:ext cx="292560" cy="336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71024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569913" indent="-225425">
              <a:buFont typeface="Wingdings" panose="05000000000000000000" pitchFamily="2" charset="2"/>
              <a:buChar char="Ø"/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914400" indent="-225425">
              <a:buFont typeface="Wingdings" panose="05000000000000000000" pitchFamily="2" charset="2"/>
              <a:buChar char="Ø"/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382713" indent="-239713">
              <a:buFont typeface="Wingdings" panose="05000000000000000000" pitchFamily="2" charset="2"/>
              <a:buChar char="Ø"/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1727200" indent="-230188">
              <a:buFont typeface="Wingdings" panose="05000000000000000000" pitchFamily="2" charset="2"/>
              <a:buChar char="Ø"/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308511332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74528524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66713" y="1431925"/>
            <a:ext cx="4127500" cy="4557713"/>
          </a:xfrm>
        </p:spPr>
        <p:txBody>
          <a:bodyPr/>
          <a:lstStyle>
            <a:lvl1pPr>
              <a:defRPr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>
              <a:defRPr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>
              <a:defRPr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>
              <a:defRPr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>
              <a:defRPr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6613" y="1431925"/>
            <a:ext cx="4127500" cy="4557713"/>
          </a:xfrm>
        </p:spPr>
        <p:txBody>
          <a:bodyPr/>
          <a:lstStyle>
            <a:lvl1pPr>
              <a:defRPr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>
              <a:defRPr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>
              <a:defRPr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>
              <a:defRPr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>
              <a:defRPr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388227488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>
              <a:defRPr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>
              <a:defRPr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>
              <a:defRPr sz="16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>
              <a:defRPr sz="16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>
              <a:defRPr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>
              <a:defRPr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>
              <a:defRPr sz="16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>
              <a:defRPr sz="16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69303687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877517922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9834109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>
              <a:defRPr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>
              <a:defRPr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>
              <a:defRPr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>
              <a:defRPr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032214026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227764378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39677034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5913" y="300038"/>
            <a:ext cx="2108200" cy="5689600"/>
          </a:xfrm>
        </p:spPr>
        <p:txBody>
          <a:bodyPr vert="eaVert"/>
          <a:lstStyle>
            <a:lvl1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41313" y="300038"/>
            <a:ext cx="6172200" cy="5689600"/>
          </a:xfrm>
        </p:spPr>
        <p:txBody>
          <a:bodyPr vert="eaVert"/>
          <a:lstStyle>
            <a:lvl1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195144932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341313" y="300038"/>
            <a:ext cx="8410575" cy="774700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366713" y="1431925"/>
            <a:ext cx="4127500" cy="2201863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6613" y="1431925"/>
            <a:ext cx="4127500" cy="2201863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366713" y="3786188"/>
            <a:ext cx="4127500" cy="2203450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6613" y="3786188"/>
            <a:ext cx="4127500" cy="2203450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394955834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943458209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33977204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82432949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>
              <a:defRPr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>
              <a:defRPr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>
              <a:defRPr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>
              <a:defRPr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>
              <a:defRPr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>
              <a:defRPr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>
              <a:defRPr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>
              <a:defRPr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625528373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>
              <a:defRPr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>
              <a:defRPr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>
              <a:defRPr sz="16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>
              <a:defRPr sz="16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>
              <a:defRPr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>
              <a:defRPr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>
              <a:defRPr sz="16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>
              <a:defRPr sz="16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18743033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452251737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0562864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>
              <a:defRPr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>
              <a:defRPr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>
              <a:defRPr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>
              <a:defRPr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068483153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572080849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611548292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51140328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7" name="Rectangle 33"/>
          <p:cNvSpPr>
            <a:spLocks noChangeArrowheads="1"/>
          </p:cNvSpPr>
          <p:nvPr userDrawn="1"/>
        </p:nvSpPr>
        <p:spPr bwMode="hidden">
          <a:xfrm>
            <a:off x="0" y="6415088"/>
            <a:ext cx="9144000" cy="442912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n-ea"/>
            </a:endParaRP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66713" y="1431925"/>
            <a:ext cx="8407400" cy="4557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00" tIns="45702" rIns="91400" bIns="457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341313" y="300038"/>
            <a:ext cx="8410575" cy="77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35" tIns="46019" rIns="92035" bIns="4601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Slide Title</a:t>
            </a:r>
          </a:p>
        </p:txBody>
      </p:sp>
      <p:sp>
        <p:nvSpPr>
          <p:cNvPr id="6178" name="Rectangle 34"/>
          <p:cNvSpPr>
            <a:spLocks noChangeArrowheads="1"/>
          </p:cNvSpPr>
          <p:nvPr userDrawn="1"/>
        </p:nvSpPr>
        <p:spPr bwMode="auto">
          <a:xfrm>
            <a:off x="4527550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 anchorCtr="1"/>
          <a:lstStyle/>
          <a:p>
            <a:fld id="{659D1AE9-AE0E-45AF-AD4C-CDDF8D02C052}" type="slidenum">
              <a:rPr lang="zh-CN" altLang="en-US" sz="900" b="1">
                <a:solidFill>
                  <a:schemeClr val="bg1"/>
                </a:solidFill>
                <a:ea typeface="宋体" charset="-122"/>
              </a:rPr>
              <a:pPr/>
              <a:t>‹#›</a:t>
            </a:fld>
            <a:endParaRPr lang="en-US" altLang="zh-CN" sz="900" b="1">
              <a:solidFill>
                <a:schemeClr val="bg1"/>
              </a:solidFill>
              <a:ea typeface="宋体" charset="-122"/>
            </a:endParaRPr>
          </a:p>
        </p:txBody>
      </p:sp>
      <p:pic>
        <p:nvPicPr>
          <p:cNvPr id="1031" name="Picture 36" descr="fudan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5925" y="6478588"/>
            <a:ext cx="955675" cy="357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32" name="Straight Connector 6"/>
          <p:cNvCxnSpPr>
            <a:cxnSpLocks noChangeShapeType="1"/>
          </p:cNvCxnSpPr>
          <p:nvPr userDrawn="1"/>
        </p:nvCxnSpPr>
        <p:spPr bwMode="auto">
          <a:xfrm>
            <a:off x="457200" y="1066800"/>
            <a:ext cx="8229600" cy="1588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  <a:headEnd/>
            <a:tailEnd/>
          </a:ln>
          <a:effectLst>
            <a:outerShdw dist="23000" dir="5400000" rotWithShape="0">
              <a:srgbClr val="00000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4ACE33DA-F9EF-1788-66A3-E7A6F974578F}"/>
              </a:ext>
            </a:extLst>
          </p:cNvPr>
          <p:cNvSpPr txBox="1"/>
          <p:nvPr userDrawn="1"/>
        </p:nvSpPr>
        <p:spPr>
          <a:xfrm>
            <a:off x="432882" y="6497221"/>
            <a:ext cx="26313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High Tower Text" panose="02040502050506030303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dirty="0">
                <a:solidFill>
                  <a:schemeClr val="bg1"/>
                </a:solidFill>
                <a:latin typeface="High Tower Text" panose="02040502050506030303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lectronic </a:t>
            </a:r>
            <a:r>
              <a:rPr lang="en-US" altLang="zh-CN" b="1" dirty="0">
                <a:solidFill>
                  <a:schemeClr val="bg1"/>
                </a:solidFill>
                <a:latin typeface="High Tower Text" panose="02040502050506030303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chemeClr val="bg1"/>
                </a:solidFill>
                <a:latin typeface="High Tower Text" panose="02040502050506030303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eek </a:t>
            </a:r>
            <a:r>
              <a:rPr lang="en-US" altLang="zh-CN" b="1" dirty="0">
                <a:solidFill>
                  <a:schemeClr val="bg1"/>
                </a:solidFill>
                <a:latin typeface="High Tower Text" panose="02040502050506030303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chemeClr val="bg1"/>
                </a:solidFill>
                <a:latin typeface="High Tower Text" panose="02040502050506030303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ssociation</a:t>
            </a:r>
            <a:endParaRPr lang="zh-CN" altLang="en-US" dirty="0">
              <a:solidFill>
                <a:schemeClr val="bg1"/>
              </a:solidFill>
              <a:latin typeface="High Tower Text" panose="02040502050506030303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593BFF0A-C189-70E8-7DB3-06A227650D53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0748" y="6497221"/>
            <a:ext cx="292560" cy="33682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76" r:id="rId2"/>
    <p:sldLayoutId id="2147483877" r:id="rId3"/>
    <p:sldLayoutId id="2147483878" r:id="rId4"/>
    <p:sldLayoutId id="2147483879" r:id="rId5"/>
    <p:sldLayoutId id="2147483880" r:id="rId6"/>
    <p:sldLayoutId id="2147483881" r:id="rId7"/>
    <p:sldLayoutId id="2147483882" r:id="rId8"/>
    <p:sldLayoutId id="2147483883" r:id="rId9"/>
    <p:sldLayoutId id="2147483884" r:id="rId10"/>
    <p:sldLayoutId id="2147483885" r:id="rId11"/>
    <p:sldLayoutId id="2147483886" r:id="rId12"/>
  </p:sldLayoutIdLst>
  <p:transition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华文新魏" pitchFamily="2" charset="-122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华文新魏" pitchFamily="2" charset="-122"/>
          <a:ea typeface="华文新魏" pitchFamily="2" charset="-122"/>
          <a:cs typeface="华文新魏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华文新魏" pitchFamily="2" charset="-122"/>
          <a:ea typeface="华文新魏" pitchFamily="2" charset="-122"/>
          <a:cs typeface="华文新魏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华文新魏" pitchFamily="2" charset="-122"/>
          <a:ea typeface="华文新魏" pitchFamily="2" charset="-122"/>
          <a:cs typeface="华文新魏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华文新魏" pitchFamily="2" charset="-122"/>
          <a:ea typeface="华文新魏" pitchFamily="2" charset="-122"/>
          <a:cs typeface="华文新魏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华文新魏" pitchFamily="2" charset="-122"/>
          <a:ea typeface="华文新魏" pitchFamily="2" charset="-122"/>
          <a:cs typeface="Arial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华文新魏" pitchFamily="2" charset="-122"/>
          <a:ea typeface="华文新魏" pitchFamily="2" charset="-122"/>
          <a:cs typeface="Arial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华文新魏" pitchFamily="2" charset="-122"/>
          <a:ea typeface="华文新魏" pitchFamily="2" charset="-122"/>
          <a:cs typeface="Arial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华文新魏" pitchFamily="2" charset="-122"/>
          <a:ea typeface="华文新魏" pitchFamily="2" charset="-122"/>
          <a:cs typeface="Arial" pitchFamily="34" charset="0"/>
        </a:defRPr>
      </a:lvl9pPr>
    </p:titleStyle>
    <p:bodyStyle>
      <a:lvl1pPr marL="225425" indent="-225425" algn="l" rtl="0" eaLnBrk="0" fontAlgn="base" hangingPunct="0">
        <a:lnSpc>
          <a:spcPct val="95000"/>
        </a:lnSpc>
        <a:spcBef>
          <a:spcPct val="30000"/>
        </a:spcBef>
        <a:spcAft>
          <a:spcPct val="0"/>
        </a:spcAft>
        <a:buClr>
          <a:schemeClr val="tx2"/>
        </a:buClr>
        <a:buFont typeface="Wingdings" pitchFamily="2" charset="2"/>
        <a:buChar char=""/>
        <a:defRPr sz="2800">
          <a:solidFill>
            <a:schemeClr val="tx1"/>
          </a:solidFill>
          <a:latin typeface="+mn-lt"/>
          <a:ea typeface="+mn-ea"/>
          <a:cs typeface="华文新魏" pitchFamily="2" charset="-122"/>
        </a:defRPr>
      </a:lvl1pPr>
      <a:lvl2pPr marL="569913" indent="-225425" algn="l" rtl="0" eaLnBrk="0" fontAlgn="base" hangingPunct="0">
        <a:lnSpc>
          <a:spcPct val="95000"/>
        </a:lnSpc>
        <a:spcBef>
          <a:spcPct val="30000"/>
        </a:spcBef>
        <a:spcAft>
          <a:spcPct val="0"/>
        </a:spcAft>
        <a:buClr>
          <a:schemeClr val="tx2"/>
        </a:buClr>
        <a:buFont typeface="Wingdings" pitchFamily="2" charset="2"/>
        <a:buChar char="–"/>
        <a:defRPr sz="2400">
          <a:solidFill>
            <a:schemeClr val="tx1"/>
          </a:solidFill>
          <a:latin typeface="+mn-lt"/>
          <a:ea typeface="+mn-ea"/>
          <a:cs typeface="华文新魏" pitchFamily="2" charset="-122"/>
        </a:defRPr>
      </a:lvl2pPr>
      <a:lvl3pPr marL="914400" indent="-225425" algn="l" rtl="0" eaLnBrk="0" fontAlgn="base" hangingPunct="0">
        <a:lnSpc>
          <a:spcPct val="95000"/>
        </a:lnSpc>
        <a:spcBef>
          <a:spcPct val="30000"/>
        </a:spcBef>
        <a:spcAft>
          <a:spcPct val="0"/>
        </a:spcAft>
        <a:buClr>
          <a:schemeClr val="tx2"/>
        </a:buClr>
        <a:buFont typeface="Times New Roman" pitchFamily="18" charset="0"/>
        <a:buChar char="•"/>
        <a:defRPr sz="2200">
          <a:solidFill>
            <a:schemeClr val="tx1"/>
          </a:solidFill>
          <a:latin typeface="+mn-lt"/>
          <a:ea typeface="+mn-ea"/>
          <a:cs typeface="华文新魏" pitchFamily="2" charset="-122"/>
        </a:defRPr>
      </a:lvl3pPr>
      <a:lvl4pPr marL="1382713" indent="-239713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ea typeface="+mn-ea"/>
          <a:cs typeface="华文新魏" pitchFamily="2" charset="-122"/>
        </a:defRPr>
      </a:lvl4pPr>
      <a:lvl5pPr marL="1727200" indent="-230188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ea typeface="+mn-ea"/>
          <a:cs typeface="华文新魏" pitchFamily="2" charset="-122"/>
        </a:defRPr>
      </a:lvl5pPr>
      <a:lvl6pPr marL="2184400" indent="-230188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ea typeface="+mn-ea"/>
          <a:cs typeface="+mn-cs"/>
        </a:defRPr>
      </a:lvl6pPr>
      <a:lvl7pPr marL="2641600" indent="-230188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ea typeface="+mn-ea"/>
          <a:cs typeface="+mn-cs"/>
        </a:defRPr>
      </a:lvl7pPr>
      <a:lvl8pPr marL="3098800" indent="-230188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ea typeface="+mn-ea"/>
          <a:cs typeface="+mn-cs"/>
        </a:defRPr>
      </a:lvl8pPr>
      <a:lvl9pPr marL="3556000" indent="-230188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64" name="Rectangle 16"/>
          <p:cNvSpPr>
            <a:spLocks noChangeArrowheads="1"/>
          </p:cNvSpPr>
          <p:nvPr userDrawn="1"/>
        </p:nvSpPr>
        <p:spPr bwMode="hidden">
          <a:xfrm>
            <a:off x="0" y="6415088"/>
            <a:ext cx="9144000" cy="442912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n-ea"/>
            </a:endParaRPr>
          </a:p>
        </p:txBody>
      </p:sp>
      <p:pic>
        <p:nvPicPr>
          <p:cNvPr id="2051" name="Picture 14" descr="DSPTLab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13500"/>
            <a:ext cx="3097213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15" descr="fudan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5925" y="6478588"/>
            <a:ext cx="955675" cy="357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65" name="Rectangle 17"/>
          <p:cNvSpPr>
            <a:spLocks noChangeArrowheads="1"/>
          </p:cNvSpPr>
          <p:nvPr userDrawn="1"/>
        </p:nvSpPr>
        <p:spPr bwMode="auto">
          <a:xfrm>
            <a:off x="4527550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 anchorCtr="1"/>
          <a:lstStyle/>
          <a:p>
            <a:fld id="{96B6737D-6609-4CCD-9A49-1F80E89ED588}" type="slidenum">
              <a:rPr lang="zh-CN" altLang="en-US" sz="900" b="1">
                <a:solidFill>
                  <a:schemeClr val="bg1"/>
                </a:solidFill>
                <a:ea typeface="宋体" charset="-122"/>
              </a:rPr>
              <a:pPr/>
              <a:t>‹#›</a:t>
            </a:fld>
            <a:endParaRPr lang="en-US" altLang="zh-CN" sz="900" b="1">
              <a:solidFill>
                <a:schemeClr val="bg1"/>
              </a:solidFill>
              <a:ea typeface="宋体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  <p:sldLayoutId id="2147483888" r:id="rId2"/>
    <p:sldLayoutId id="2147483889" r:id="rId3"/>
    <p:sldLayoutId id="2147483890" r:id="rId4"/>
    <p:sldLayoutId id="2147483891" r:id="rId5"/>
    <p:sldLayoutId id="2147483892" r:id="rId6"/>
    <p:sldLayoutId id="2147483893" r:id="rId7"/>
    <p:sldLayoutId id="2147483894" r:id="rId8"/>
    <p:sldLayoutId id="2147483895" r:id="rId9"/>
    <p:sldLayoutId id="2147483896" r:id="rId10"/>
    <p:sldLayoutId id="2147483897" r:id="rId11"/>
  </p:sldLayoutIdLst>
  <p:transition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34" charset="0"/>
          <a:cs typeface="Arial" pitchFamily="34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34" charset="0"/>
          <a:cs typeface="Arial" pitchFamily="34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34" charset="0"/>
          <a:cs typeface="Arial" pitchFamily="34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34" charset="0"/>
          <a:cs typeface="Arial" pitchFamily="34" charset="0"/>
        </a:defRPr>
      </a:lvl5pPr>
      <a:lvl6pPr marL="457200" algn="ctr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34" charset="0"/>
          <a:cs typeface="Arial" pitchFamily="34" charset="0"/>
        </a:defRPr>
      </a:lvl6pPr>
      <a:lvl7pPr marL="914400" algn="ctr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34" charset="0"/>
          <a:cs typeface="Arial" pitchFamily="34" charset="0"/>
        </a:defRPr>
      </a:lvl7pPr>
      <a:lvl8pPr marL="1371600" algn="ctr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34" charset="0"/>
          <a:cs typeface="Arial" pitchFamily="34" charset="0"/>
        </a:defRPr>
      </a:lvl8pPr>
      <a:lvl9pPr marL="1828800" algn="ctr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34" charset="0"/>
          <a:cs typeface="Arial" pitchFamily="34" charset="0"/>
        </a:defRPr>
      </a:lvl9pPr>
    </p:titleStyle>
    <p:bodyStyle>
      <a:lvl1pPr marL="225425" indent="-225425" algn="l" rtl="0" eaLnBrk="0" fontAlgn="base" hangingPunct="0">
        <a:lnSpc>
          <a:spcPct val="95000"/>
        </a:lnSpc>
        <a:spcBef>
          <a:spcPct val="30000"/>
        </a:spcBef>
        <a:spcAft>
          <a:spcPct val="0"/>
        </a:spcAft>
        <a:buClr>
          <a:schemeClr val="tx1"/>
        </a:buClr>
        <a:buFont typeface="Wingdings" pitchFamily="2" charset="2"/>
        <a:buChar char="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569913" indent="-225425" algn="l" rtl="0" eaLnBrk="0" fontAlgn="base" hangingPunct="0">
        <a:lnSpc>
          <a:spcPct val="95000"/>
        </a:lnSpc>
        <a:spcBef>
          <a:spcPct val="30000"/>
        </a:spcBef>
        <a:spcAft>
          <a:spcPct val="0"/>
        </a:spcAft>
        <a:buClr>
          <a:schemeClr val="tx1"/>
        </a:buClr>
        <a:buChar char="–"/>
        <a:defRPr sz="2400">
          <a:solidFill>
            <a:schemeClr val="tx1"/>
          </a:solidFill>
          <a:latin typeface="+mn-lt"/>
          <a:cs typeface="+mn-cs"/>
        </a:defRPr>
      </a:lvl2pPr>
      <a:lvl3pPr marL="914400" indent="-225425" algn="l" rtl="0" eaLnBrk="0" fontAlgn="base" hangingPunct="0">
        <a:lnSpc>
          <a:spcPct val="95000"/>
        </a:lnSpc>
        <a:spcBef>
          <a:spcPct val="30000"/>
        </a:spcBef>
        <a:spcAft>
          <a:spcPct val="0"/>
        </a:spcAft>
        <a:buClr>
          <a:schemeClr val="tx1"/>
        </a:buClr>
        <a:buChar char="–"/>
        <a:defRPr sz="2200">
          <a:solidFill>
            <a:schemeClr val="tx1"/>
          </a:solidFill>
          <a:latin typeface="+mn-lt"/>
          <a:cs typeface="+mn-cs"/>
        </a:defRPr>
      </a:lvl3pPr>
      <a:lvl4pPr marL="1382713" indent="-239713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cs typeface="+mn-cs"/>
        </a:defRPr>
      </a:lvl4pPr>
      <a:lvl5pPr marL="1727200" indent="-230188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cs typeface="+mn-cs"/>
        </a:defRPr>
      </a:lvl5pPr>
      <a:lvl6pPr marL="2184400" indent="-230188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cs typeface="+mn-cs"/>
        </a:defRPr>
      </a:lvl6pPr>
      <a:lvl7pPr marL="2641600" indent="-230188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cs typeface="+mn-cs"/>
        </a:defRPr>
      </a:lvl7pPr>
      <a:lvl8pPr marL="3098800" indent="-230188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cs typeface="+mn-cs"/>
        </a:defRPr>
      </a:lvl8pPr>
      <a:lvl9pPr marL="3556000" indent="-230188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/>
          <p:cNvSpPr>
            <a:spLocks noChangeArrowheads="1"/>
          </p:cNvSpPr>
          <p:nvPr/>
        </p:nvSpPr>
        <p:spPr bwMode="auto">
          <a:xfrm>
            <a:off x="398463" y="642938"/>
            <a:ext cx="5994400" cy="855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264" tIns="32131" rIns="64264" bIns="32131" anchor="ctr"/>
          <a:lstStyle/>
          <a:p>
            <a:pPr eaLnBrk="1" hangingPunct="1">
              <a:lnSpc>
                <a:spcPct val="90000"/>
              </a:lnSpc>
            </a:pPr>
            <a:r>
              <a:rPr lang="zh-CN" altLang="en-US" sz="2400">
                <a:solidFill>
                  <a:schemeClr val="tx2"/>
                </a:solidFill>
                <a:latin typeface="华文新魏" pitchFamily="2" charset="-122"/>
              </a:rPr>
              <a:t> 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05A94BA-044D-B025-34D5-9A4E5C1C55B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38" t="29105" r="12259" b="23643"/>
          <a:stretch/>
        </p:blipFill>
        <p:spPr>
          <a:xfrm>
            <a:off x="265322" y="1649096"/>
            <a:ext cx="7410472" cy="229342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438D561-09CA-9B82-F60F-CCC7176DCA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5794" y="2367399"/>
            <a:ext cx="856818" cy="85681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CD203A5-20FC-24DA-6249-799323CC921A}"/>
              </a:ext>
            </a:extLst>
          </p:cNvPr>
          <p:cNvSpPr txBox="1"/>
          <p:nvPr/>
        </p:nvSpPr>
        <p:spPr>
          <a:xfrm>
            <a:off x="2960020" y="3842138"/>
            <a:ext cx="32239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USB2.0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拓展坞</a:t>
            </a:r>
          </a:p>
        </p:txBody>
      </p:sp>
    </p:spTree>
    <p:extLst>
      <p:ext uri="{BB962C8B-B14F-4D97-AF65-F5344CB8AC3E}">
        <p14:creationId xmlns:p14="http://schemas.microsoft.com/office/powerpoint/2010/main" val="3895621543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9D17DDE0-9352-A83A-3895-CE2230140A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551378" y="2915510"/>
            <a:ext cx="2041243" cy="4557713"/>
          </a:xfr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992BF44-FE62-8B2B-2294-B10148C340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9048" y="1271052"/>
            <a:ext cx="5445904" cy="2902693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4D0314C0-6939-A512-EDFE-B4F2046CA65C}"/>
              </a:ext>
            </a:extLst>
          </p:cNvPr>
          <p:cNvSpPr txBox="1"/>
          <p:nvPr/>
        </p:nvSpPr>
        <p:spPr>
          <a:xfrm>
            <a:off x="2863839" y="381402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原理图，供参考对照</a:t>
            </a:r>
          </a:p>
        </p:txBody>
      </p:sp>
    </p:spTree>
    <p:extLst>
      <p:ext uri="{BB962C8B-B14F-4D97-AF65-F5344CB8AC3E}">
        <p14:creationId xmlns:p14="http://schemas.microsoft.com/office/powerpoint/2010/main" val="1437716476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202A3AA2-C3AA-2CBE-7C0C-D2E87FDE81E9}"/>
              </a:ext>
            </a:extLst>
          </p:cNvPr>
          <p:cNvSpPr txBox="1"/>
          <p:nvPr/>
        </p:nvSpPr>
        <p:spPr>
          <a:xfrm>
            <a:off x="722257" y="71445"/>
            <a:ext cx="769313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LED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正负极判断：长正短负；芯片方向：点对齐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注意电容（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0.1uf 104 10uf 106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），电阻大小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F0F03EA0-770A-B1C4-7478-9BFDFC9E3A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717910" y="-566270"/>
            <a:ext cx="3701828" cy="8265488"/>
          </a:xfrm>
        </p:spPr>
      </p:pic>
    </p:spTree>
    <p:extLst>
      <p:ext uri="{BB962C8B-B14F-4D97-AF65-F5344CB8AC3E}">
        <p14:creationId xmlns:p14="http://schemas.microsoft.com/office/powerpoint/2010/main" val="18338953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5C2FDD4-BFA1-9895-7043-FFA7C746B2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071" y="1635116"/>
            <a:ext cx="2225943" cy="2966765"/>
          </a:xfr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48A3D557-1C56-B736-8D0C-59D6C154A9C8}"/>
              </a:ext>
            </a:extLst>
          </p:cNvPr>
          <p:cNvSpPr txBox="1"/>
          <p:nvPr/>
        </p:nvSpPr>
        <p:spPr>
          <a:xfrm>
            <a:off x="2344573" y="315087"/>
            <a:ext cx="43043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电烙铁使用：安全第一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D500C10-B603-6038-08F7-B7F3FD00C080}"/>
              </a:ext>
            </a:extLst>
          </p:cNvPr>
          <p:cNvSpPr txBox="1"/>
          <p:nvPr/>
        </p:nvSpPr>
        <p:spPr>
          <a:xfrm>
            <a:off x="2924353" y="1225673"/>
            <a:ext cx="495156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在任何时候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不要触摸电烙铁的烙铁头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不要触摸加热台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不要触摸刚刚进行焊接的元器件附近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焊接时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保持焊接区域通风良好，以减少烟雾的吸入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要保持焊接区域整洁（意外扯到线，导致烙铁掉落到身上）</a:t>
            </a: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保证元件及工具安全</a:t>
            </a:r>
            <a:b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不要长时间（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&gt;30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秒）高温（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&gt;250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度）持续加热任何元件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不要持续（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&gt;5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秒）加热（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&gt;250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度）含有塑料的元件（按钮、母座，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导线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焊接后清理烙铁上的氧化物，给烙铁上锡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A7CBFB8-1149-19B7-A0F9-ADDEE637CBF6}"/>
              </a:ext>
            </a:extLst>
          </p:cNvPr>
          <p:cNvSpPr txBox="1"/>
          <p:nvPr/>
        </p:nvSpPr>
        <p:spPr>
          <a:xfrm>
            <a:off x="1196717" y="5337135"/>
            <a:ext cx="67505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进一步详细使用见示范及群中的文档</a:t>
            </a:r>
          </a:p>
        </p:txBody>
      </p:sp>
    </p:spTree>
    <p:extLst>
      <p:ext uri="{BB962C8B-B14F-4D97-AF65-F5344CB8AC3E}">
        <p14:creationId xmlns:p14="http://schemas.microsoft.com/office/powerpoint/2010/main" val="8111413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B82182AF-709B-C583-C0B4-C4C24188A8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4951"/>
            <a:ext cx="4781692" cy="380622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30FCADC-CD66-79F9-D4C9-B4C52AC865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9204" y="1084951"/>
            <a:ext cx="4454796" cy="3590566"/>
          </a:xfrm>
          <a:prstGeom prst="rect">
            <a:avLst/>
          </a:prstGeom>
        </p:spPr>
      </p:pic>
      <p:sp>
        <p:nvSpPr>
          <p:cNvPr id="9" name="AutoShape 6">
            <a:extLst>
              <a:ext uri="{FF2B5EF4-FFF2-40B4-BE49-F238E27FC236}">
                <a16:creationId xmlns:a16="http://schemas.microsoft.com/office/drawing/2014/main" id="{EEF32DF3-D99D-8A64-985E-F4B9E9138D3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795080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4D372-B26D-11B9-1BF4-3009571F0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6">
            <a:extLst>
              <a:ext uri="{FF2B5EF4-FFF2-40B4-BE49-F238E27FC236}">
                <a16:creationId xmlns:a16="http://schemas.microsoft.com/office/drawing/2014/main" id="{A5D7327F-0F03-F83D-9519-7767AD7A22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E2E0CF5-47DD-06DC-A64D-A295D0B23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214" y="1149200"/>
            <a:ext cx="3709718" cy="296035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D88C804B-C2E5-EF27-4D83-D9BD3B2E1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9200"/>
            <a:ext cx="4494362" cy="3613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882031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41651-27FC-A8CC-046D-551EA5FC0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6">
            <a:extLst>
              <a:ext uri="{FF2B5EF4-FFF2-40B4-BE49-F238E27FC236}">
                <a16:creationId xmlns:a16="http://schemas.microsoft.com/office/drawing/2014/main" id="{24FE8DA7-4D05-3BA0-14CD-272E82F11CF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122E0D0-2D50-4C3F-BE13-E976402A9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37" y="1165285"/>
            <a:ext cx="4202260" cy="329457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C573D1E-3435-A064-5532-E2244A289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6005" y="1082432"/>
            <a:ext cx="4318958" cy="337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38497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A1558-847D-0522-A469-866F41BC3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6">
            <a:extLst>
              <a:ext uri="{FF2B5EF4-FFF2-40B4-BE49-F238E27FC236}">
                <a16:creationId xmlns:a16="http://schemas.microsoft.com/office/drawing/2014/main" id="{FD0D5571-1F5E-CCD8-6FF6-0BB9B65696D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3DBE99E-3ECA-7529-D3E2-99F4AF93F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750" y="76020"/>
            <a:ext cx="4061650" cy="320058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47452DF7-1A8B-8B69-6D36-51D3ACABEA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2160" y="76020"/>
            <a:ext cx="4061650" cy="320058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79511ED1-2A0E-71A8-878B-439BD3F90C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0910" y="3336780"/>
            <a:ext cx="3992637" cy="3178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380538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77168-FA73-436E-7748-4D2DE998B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6">
            <a:extLst>
              <a:ext uri="{FF2B5EF4-FFF2-40B4-BE49-F238E27FC236}">
                <a16:creationId xmlns:a16="http://schemas.microsoft.com/office/drawing/2014/main" id="{2F817710-5E59-35DB-EB61-9314CCDB6E7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B0496230-A182-AF3D-9EC5-2730520DD7D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FB39F36-8A66-E218-6676-A2B25DD4A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781" y="1132845"/>
            <a:ext cx="6176872" cy="4904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64499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0D3C6B-07E6-92EF-FB24-8B1785AA4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6B50E483-DC3B-9FCF-53CD-134B1DB397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2553" y="300038"/>
            <a:ext cx="3258893" cy="5793589"/>
          </a:xfrm>
        </p:spPr>
      </p:pic>
    </p:spTree>
    <p:extLst>
      <p:ext uri="{BB962C8B-B14F-4D97-AF65-F5344CB8AC3E}">
        <p14:creationId xmlns:p14="http://schemas.microsoft.com/office/powerpoint/2010/main" val="1424023578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MWG_PPTtemplate_whi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WG_PPTtemplate_white">
      <a:majorFont>
        <a:latin typeface="华文新魏"/>
        <a:ea typeface="华文新魏"/>
        <a:cs typeface="Arial"/>
      </a:majorFont>
      <a:minorFont>
        <a:latin typeface="华文新魏"/>
        <a:ea typeface="华文新魏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wrap="square">
        <a:spAutoFit/>
      </a:bodyPr>
      <a:lstStyle>
        <a:defPPr algn="ctr">
          <a:lnSpc>
            <a:spcPct val="150000"/>
          </a:lnSpc>
          <a:defRPr sz="900" kern="0" dirty="0">
            <a:solidFill>
              <a:prstClr val="black">
                <a:lumMod val="85000"/>
                <a:lumOff val="15000"/>
              </a:prstClr>
            </a:solidFill>
            <a:ea typeface="微软雅黑" panose="020B0503020204020204" pitchFamily="34" charset="-122"/>
            <a:cs typeface="Arial" panose="020B0604020202020204" pitchFamily="34" charset="0"/>
            <a:sym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Verdana" pitchFamily="34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dirty="0" smtClean="0">
            <a:latin typeface="Times New Roman" panose="02020603050405020304" pitchFamily="18" charset="0"/>
            <a:ea typeface="宋体" panose="02010600030101010101" pitchFamily="2" charset="-122"/>
            <a:cs typeface="Times New Roman" panose="02020603050405020304" pitchFamily="18" charset="0"/>
          </a:defRPr>
        </a:defPPr>
      </a:lstStyle>
    </a:txDef>
  </a:objectDefaults>
  <a:extraClrSchemeLst>
    <a:extraClrScheme>
      <a:clrScheme name="MWG_PPTtemplate_whit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WG_PPTtemplate_whi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WG_PPTtemplate_whit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WG_PPTtemplate_whit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WG_PPTtemplate_whit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WG_PPTtemplate_whit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WG_PPTtemplate_whit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WG_PPTtemplate_white 8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5BB3B9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WG_PPTtemplate_white 9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FFCC00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WG_PPTtemplate_white 10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WG_PPTtemplate_white 11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CC00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WG_PPTtemplate_white 12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WG_PPTtemplate_white 13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C5C0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WG_PPTtemplate_white 14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00C5C0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WG_PPTtemplate_white 15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10C8E1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WG_PPTtemplate_white 16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10C8E1"/>
        </a:hlink>
        <a:folHlink>
          <a:srgbClr val="F3016E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intel3.0-blue">
  <a:themeElements>
    <a:clrScheme name="">
      <a:dk1>
        <a:srgbClr val="000000"/>
      </a:dk1>
      <a:lt1>
        <a:srgbClr val="FFFFFF"/>
      </a:lt1>
      <a:dk2>
        <a:srgbClr val="0860A8"/>
      </a:dk2>
      <a:lt2>
        <a:srgbClr val="000000"/>
      </a:lt2>
      <a:accent1>
        <a:srgbClr val="009900"/>
      </a:accent1>
      <a:accent2>
        <a:srgbClr val="FF5C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E75300"/>
      </a:accent6>
      <a:hlink>
        <a:srgbClr val="AA014C"/>
      </a:hlink>
      <a:folHlink>
        <a:srgbClr val="567EB9"/>
      </a:folHlink>
    </a:clrScheme>
    <a:fontScheme name="1_intel3.0-blue">
      <a:majorFont>
        <a:latin typeface="Verdana"/>
        <a:ea typeface=""/>
        <a:cs typeface="Arial"/>
      </a:majorFont>
      <a:minorFont>
        <a:latin typeface="Verdan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Verdana" pitchFamily="34" charset="0"/>
          </a:defRPr>
        </a:defPPr>
      </a:lstStyle>
    </a:lnDef>
  </a:objectDefaults>
  <a:extraClrSchemeLst>
    <a:extraClrScheme>
      <a:clrScheme name="1_intel3.0-blu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ntel3.0-blu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ntel3.0-blu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ntel3.0-blu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ntel3.0-blu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ntel3.0-blu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ntel3.0-blu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ntel3.0-blue 8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5BB3B9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ntel3.0-blue 9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FFCC00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ntel3.0-blue 10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ntel3.0-blue 11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CC00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ntel3.0-blue 12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ntel3.0-blue 13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C5C0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ntel3.0-blue 14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00C5C0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ntel3.0-blue 15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10C8E1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ntel3.0-blue 16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10C8E1"/>
        </a:hlink>
        <a:folHlink>
          <a:srgbClr val="F3016E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MWG_PPTtemplate_white</Template>
  <TotalTime>31979</TotalTime>
  <Words>160</Words>
  <Application>Microsoft Office PowerPoint</Application>
  <PresentationFormat>全屏显示(4:3)</PresentationFormat>
  <Paragraphs>19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华文新魏</vt:lpstr>
      <vt:lpstr>宋体</vt:lpstr>
      <vt:lpstr>微软雅黑</vt:lpstr>
      <vt:lpstr>Arial</vt:lpstr>
      <vt:lpstr>High Tower Text</vt:lpstr>
      <vt:lpstr>Times New Roman</vt:lpstr>
      <vt:lpstr>Verdana</vt:lpstr>
      <vt:lpstr>Wingdings</vt:lpstr>
      <vt:lpstr>MWG_PPTtemplate_white</vt:lpstr>
      <vt:lpstr>1_intel3.0-blue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复旦大学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贝叶斯估计</dc:title>
  <dc:creator>snow</dc:creator>
  <cp:lastModifiedBy>张 佳宁</cp:lastModifiedBy>
  <cp:revision>1496</cp:revision>
  <dcterms:created xsi:type="dcterms:W3CDTF">2007-03-19T09:27:56Z</dcterms:created>
  <dcterms:modified xsi:type="dcterms:W3CDTF">2024-11-17T10:15:58Z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ument Type">
    <vt:lpwstr>Presentations</vt:lpwstr>
  </property>
</Properties>
</file>