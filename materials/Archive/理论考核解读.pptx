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1"/>
    <p:sldMasterId id="2147483668" r:id="rId2"/>
  </p:sldMasterIdLst>
  <p:notesMasterIdLst>
    <p:notesMasterId r:id="rId15"/>
  </p:notesMasterIdLst>
  <p:handoutMasterIdLst>
    <p:handoutMasterId r:id="rId16"/>
  </p:handoutMasterIdLst>
  <p:sldIdLst>
    <p:sldId id="1604" r:id="rId3"/>
    <p:sldId id="1386" r:id="rId4"/>
    <p:sldId id="1607" r:id="rId5"/>
    <p:sldId id="1606" r:id="rId6"/>
    <p:sldId id="1608" r:id="rId7"/>
    <p:sldId id="1609" r:id="rId8"/>
    <p:sldId id="1610" r:id="rId9"/>
    <p:sldId id="1611" r:id="rId10"/>
    <p:sldId id="1612" r:id="rId11"/>
    <p:sldId id="1613" r:id="rId12"/>
    <p:sldId id="1614" r:id="rId13"/>
    <p:sldId id="1605" r:id="rId14"/>
  </p:sldIdLst>
  <p:sldSz cx="12192000" cy="6858000"/>
  <p:notesSz cx="6858000" cy="9144000"/>
  <p:defaultTextStyle>
    <a:defPPr>
      <a:defRPr lang="zh-CN"/>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E419C"/>
    <a:srgbClr val="E44B46"/>
    <a:srgbClr val="FFFF00"/>
    <a:srgbClr val="00FFFF"/>
    <a:srgbClr val="72A1FE"/>
    <a:srgbClr val="99FF33"/>
    <a:srgbClr val="003366"/>
    <a:srgbClr val="2754A6"/>
    <a:srgbClr val="0088EE"/>
    <a:srgbClr val="F6B94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2748" autoAdjust="0"/>
    <p:restoredTop sz="96349" autoAdjust="0"/>
  </p:normalViewPr>
  <p:slideViewPr>
    <p:cSldViewPr snapToGrid="0">
      <p:cViewPr varScale="1">
        <p:scale>
          <a:sx n="168" d="100"/>
          <a:sy n="168" d="100"/>
        </p:scale>
        <p:origin x="144" y="568"/>
      </p:cViewPr>
      <p:guideLst>
        <p:guide orient="horz" pos="2160"/>
        <p:guide pos="3840"/>
      </p:guideLst>
    </p:cSldViewPr>
  </p:slideViewPr>
  <p:notesTextViewPr>
    <p:cViewPr>
      <p:scale>
        <a:sx n="1" d="1"/>
        <a:sy n="1" d="1"/>
      </p:scale>
      <p:origin x="0" y="0"/>
    </p:cViewPr>
  </p:notesTextViewPr>
  <p:notesViewPr>
    <p:cSldViewPr snapToGrid="0" showGuides="1">
      <p:cViewPr varScale="1">
        <p:scale>
          <a:sx n="84" d="100"/>
          <a:sy n="84" d="100"/>
        </p:scale>
        <p:origin x="3828" y="84"/>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viewProps" Target="viewProps.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handoutMaster" Target="handoutMasters/handout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notesMaster" Target="notesMasters/notesMaster1.xml"/><Relationship Id="rId10" Type="http://schemas.openxmlformats.org/officeDocument/2006/relationships/slide" Target="slides/slide8.xml"/><Relationship Id="rId19" Type="http://schemas.openxmlformats.org/officeDocument/2006/relationships/theme" Target="theme/theme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a:extLst>
              <a:ext uri="{FF2B5EF4-FFF2-40B4-BE49-F238E27FC236}">
                <a16:creationId xmlns:a16="http://schemas.microsoft.com/office/drawing/2014/main" id="{6FF1367D-3072-4729-A3E7-FA30BFDE410D}"/>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a:extLst>
              <a:ext uri="{FF2B5EF4-FFF2-40B4-BE49-F238E27FC236}">
                <a16:creationId xmlns:a16="http://schemas.microsoft.com/office/drawing/2014/main" id="{85CFB464-81CE-438A-82C9-8ACCB64C98FB}"/>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A2AE6DF-30F4-41AA-AC04-4195EE4A88D2}" type="datetimeFigureOut">
              <a:rPr lang="zh-CN" altLang="en-US" smtClean="0"/>
              <a:t>2025/5/9</a:t>
            </a:fld>
            <a:endParaRPr lang="zh-CN" altLang="en-US"/>
          </a:p>
        </p:txBody>
      </p:sp>
      <p:sp>
        <p:nvSpPr>
          <p:cNvPr id="4" name="页脚占位符 3">
            <a:extLst>
              <a:ext uri="{FF2B5EF4-FFF2-40B4-BE49-F238E27FC236}">
                <a16:creationId xmlns:a16="http://schemas.microsoft.com/office/drawing/2014/main" id="{0DB38A44-25C8-4C00-945F-FFA151E3A540}"/>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a:extLst>
              <a:ext uri="{FF2B5EF4-FFF2-40B4-BE49-F238E27FC236}">
                <a16:creationId xmlns:a16="http://schemas.microsoft.com/office/drawing/2014/main" id="{23056F7F-9A63-49F5-9E31-9EEF08DB27EE}"/>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AD3CC919-A77D-4A5D-8207-CB5F7A1B3074}" type="slidenum">
              <a:rPr lang="zh-CN" altLang="en-US" smtClean="0"/>
              <a:t>‹#›</a:t>
            </a:fld>
            <a:endParaRPr lang="zh-CN" altLang="en-US"/>
          </a:p>
        </p:txBody>
      </p:sp>
    </p:spTree>
    <p:extLst>
      <p:ext uri="{BB962C8B-B14F-4D97-AF65-F5344CB8AC3E}">
        <p14:creationId xmlns:p14="http://schemas.microsoft.com/office/powerpoint/2010/main" val="267682046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CE7CB43-291B-4F33-9D2A-B8CACF74BF00}" type="datetimeFigureOut">
              <a:rPr lang="zh-CN" altLang="en-US" smtClean="0"/>
              <a:t>2025/5/9</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3765A3E-11A2-4E40-BC5A-EFB9CA2F4A73}" type="slidenum">
              <a:rPr lang="zh-CN" altLang="en-US" smtClean="0"/>
              <a:t>‹#›</a:t>
            </a:fld>
            <a:endParaRPr lang="zh-CN" altLang="en-US"/>
          </a:p>
        </p:txBody>
      </p:sp>
    </p:spTree>
    <p:extLst>
      <p:ext uri="{BB962C8B-B14F-4D97-AF65-F5344CB8AC3E}">
        <p14:creationId xmlns:p14="http://schemas.microsoft.com/office/powerpoint/2010/main" val="1188278864"/>
      </p:ext>
    </p:extLst>
  </p:cSld>
  <p:clrMap bg1="lt1" tx1="dk1" bg2="lt2" tx2="dk2" accent1="accent1" accent2="accent2" accent3="accent3" accent4="accent4" accent5="accent5" accent6="accent6" hlink="hlink" folHlink="folHlink"/>
  <p:notesStyle>
    <a:lvl1pPr marL="0" algn="l" defTabSz="914377" rtl="0" eaLnBrk="1" latinLnBrk="0" hangingPunct="1">
      <a:defRPr sz="1200" kern="1200">
        <a:solidFill>
          <a:schemeClr val="tx1"/>
        </a:solidFill>
        <a:latin typeface="+mn-lt"/>
        <a:ea typeface="+mn-ea"/>
        <a:cs typeface="+mn-cs"/>
      </a:defRPr>
    </a:lvl1pPr>
    <a:lvl2pPr marL="457189" algn="l" defTabSz="914377" rtl="0" eaLnBrk="1" latinLnBrk="0" hangingPunct="1">
      <a:defRPr sz="1200" kern="1200">
        <a:solidFill>
          <a:schemeClr val="tx1"/>
        </a:solidFill>
        <a:latin typeface="+mn-lt"/>
        <a:ea typeface="+mn-ea"/>
        <a:cs typeface="+mn-cs"/>
      </a:defRPr>
    </a:lvl2pPr>
    <a:lvl3pPr marL="914377" algn="l" defTabSz="914377" rtl="0" eaLnBrk="1" latinLnBrk="0" hangingPunct="1">
      <a:defRPr sz="1200" kern="1200">
        <a:solidFill>
          <a:schemeClr val="tx1"/>
        </a:solidFill>
        <a:latin typeface="+mn-lt"/>
        <a:ea typeface="+mn-ea"/>
        <a:cs typeface="+mn-cs"/>
      </a:defRPr>
    </a:lvl3pPr>
    <a:lvl4pPr marL="1371566" algn="l" defTabSz="914377" rtl="0" eaLnBrk="1" latinLnBrk="0" hangingPunct="1">
      <a:defRPr sz="1200" kern="1200">
        <a:solidFill>
          <a:schemeClr val="tx1"/>
        </a:solidFill>
        <a:latin typeface="+mn-lt"/>
        <a:ea typeface="+mn-ea"/>
        <a:cs typeface="+mn-cs"/>
      </a:defRPr>
    </a:lvl4pPr>
    <a:lvl5pPr marL="1828754" algn="l" defTabSz="914377" rtl="0" eaLnBrk="1" latinLnBrk="0" hangingPunct="1">
      <a:defRPr sz="1200" kern="1200">
        <a:solidFill>
          <a:schemeClr val="tx1"/>
        </a:solidFill>
        <a:latin typeface="+mn-lt"/>
        <a:ea typeface="+mn-ea"/>
        <a:cs typeface="+mn-cs"/>
      </a:defRPr>
    </a:lvl5pPr>
    <a:lvl6pPr marL="2285943" algn="l" defTabSz="914377" rtl="0" eaLnBrk="1" latinLnBrk="0" hangingPunct="1">
      <a:defRPr sz="1200" kern="1200">
        <a:solidFill>
          <a:schemeClr val="tx1"/>
        </a:solidFill>
        <a:latin typeface="+mn-lt"/>
        <a:ea typeface="+mn-ea"/>
        <a:cs typeface="+mn-cs"/>
      </a:defRPr>
    </a:lvl6pPr>
    <a:lvl7pPr marL="2743131" algn="l" defTabSz="914377" rtl="0" eaLnBrk="1" latinLnBrk="0" hangingPunct="1">
      <a:defRPr sz="1200" kern="1200">
        <a:solidFill>
          <a:schemeClr val="tx1"/>
        </a:solidFill>
        <a:latin typeface="+mn-lt"/>
        <a:ea typeface="+mn-ea"/>
        <a:cs typeface="+mn-cs"/>
      </a:defRPr>
    </a:lvl7pPr>
    <a:lvl8pPr marL="3200320" algn="l" defTabSz="914377" rtl="0" eaLnBrk="1" latinLnBrk="0" hangingPunct="1">
      <a:defRPr sz="1200" kern="1200">
        <a:solidFill>
          <a:schemeClr val="tx1"/>
        </a:solidFill>
        <a:latin typeface="+mn-lt"/>
        <a:ea typeface="+mn-ea"/>
        <a:cs typeface="+mn-cs"/>
      </a:defRPr>
    </a:lvl8pPr>
    <a:lvl9pPr marL="3657509" algn="l" defTabSz="914377"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6C6F9D2F-72BB-4446-8BF2-E67408B0A06E}" type="slidenum">
              <a:rPr lang="zh-CN" altLang="en-US" smtClean="0"/>
              <a:t>2</a:t>
            </a:fld>
            <a:endParaRPr lang="zh-CN" altLang="en-US">
              <a:latin typeface="等线" pitchFamily="2" charset="-122"/>
              <a:ea typeface="等线" pitchFamily="2" charset="-122"/>
            </a:endParaRPr>
          </a:p>
        </p:txBody>
      </p:sp>
    </p:spTree>
    <p:extLst>
      <p:ext uri="{BB962C8B-B14F-4D97-AF65-F5344CB8AC3E}">
        <p14:creationId xmlns:p14="http://schemas.microsoft.com/office/powerpoint/2010/main" val="126527007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6C6F9D2F-72BB-4446-8BF2-E67408B0A06E}" type="slidenum">
              <a:rPr lang="zh-CN" altLang="en-US" smtClean="0"/>
              <a:t>3</a:t>
            </a:fld>
            <a:endParaRPr lang="zh-CN" altLang="en-US">
              <a:latin typeface="等线" pitchFamily="2" charset="-122"/>
              <a:ea typeface="等线" pitchFamily="2" charset="-122"/>
            </a:endParaRPr>
          </a:p>
        </p:txBody>
      </p:sp>
    </p:spTree>
    <p:extLst>
      <p:ext uri="{BB962C8B-B14F-4D97-AF65-F5344CB8AC3E}">
        <p14:creationId xmlns:p14="http://schemas.microsoft.com/office/powerpoint/2010/main" val="264644824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6C6F9D2F-72BB-4446-8BF2-E67408B0A06E}" type="slidenum">
              <a:rPr lang="zh-CN" altLang="en-US" smtClean="0"/>
              <a:t>4</a:t>
            </a:fld>
            <a:endParaRPr lang="zh-CN" altLang="en-US">
              <a:latin typeface="等线" pitchFamily="2" charset="-122"/>
              <a:ea typeface="等线" pitchFamily="2" charset="-122"/>
            </a:endParaRPr>
          </a:p>
        </p:txBody>
      </p:sp>
    </p:spTree>
    <p:extLst>
      <p:ext uri="{BB962C8B-B14F-4D97-AF65-F5344CB8AC3E}">
        <p14:creationId xmlns:p14="http://schemas.microsoft.com/office/powerpoint/2010/main" val="337473580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6C6F9D2F-72BB-4446-8BF2-E67408B0A06E}" type="slidenum">
              <a:rPr lang="zh-CN" altLang="en-US" smtClean="0"/>
              <a:t>5</a:t>
            </a:fld>
            <a:endParaRPr lang="zh-CN" altLang="en-US">
              <a:latin typeface="等线" pitchFamily="2" charset="-122"/>
              <a:ea typeface="等线" pitchFamily="2" charset="-122"/>
            </a:endParaRPr>
          </a:p>
        </p:txBody>
      </p:sp>
    </p:spTree>
    <p:extLst>
      <p:ext uri="{BB962C8B-B14F-4D97-AF65-F5344CB8AC3E}">
        <p14:creationId xmlns:p14="http://schemas.microsoft.com/office/powerpoint/2010/main" val="281309341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6C6F9D2F-72BB-4446-8BF2-E67408B0A06E}" type="slidenum">
              <a:rPr lang="zh-CN" altLang="en-US" smtClean="0"/>
              <a:t>6</a:t>
            </a:fld>
            <a:endParaRPr lang="zh-CN" altLang="en-US">
              <a:latin typeface="等线" pitchFamily="2" charset="-122"/>
              <a:ea typeface="等线" pitchFamily="2" charset="-122"/>
            </a:endParaRPr>
          </a:p>
        </p:txBody>
      </p:sp>
    </p:spTree>
    <p:extLst>
      <p:ext uri="{BB962C8B-B14F-4D97-AF65-F5344CB8AC3E}">
        <p14:creationId xmlns:p14="http://schemas.microsoft.com/office/powerpoint/2010/main" val="355868404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6C6F9D2F-72BB-4446-8BF2-E67408B0A06E}" type="slidenum">
              <a:rPr lang="zh-CN" altLang="en-US" smtClean="0"/>
              <a:t>7</a:t>
            </a:fld>
            <a:endParaRPr lang="zh-CN" altLang="en-US">
              <a:latin typeface="等线" pitchFamily="2" charset="-122"/>
              <a:ea typeface="等线" pitchFamily="2" charset="-122"/>
            </a:endParaRPr>
          </a:p>
        </p:txBody>
      </p:sp>
    </p:spTree>
    <p:extLst>
      <p:ext uri="{BB962C8B-B14F-4D97-AF65-F5344CB8AC3E}">
        <p14:creationId xmlns:p14="http://schemas.microsoft.com/office/powerpoint/2010/main" val="419935166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6C6F9D2F-72BB-4446-8BF2-E67408B0A06E}" type="slidenum">
              <a:rPr lang="zh-CN" altLang="en-US" smtClean="0"/>
              <a:t>8</a:t>
            </a:fld>
            <a:endParaRPr lang="zh-CN" altLang="en-US">
              <a:latin typeface="等线" pitchFamily="2" charset="-122"/>
              <a:ea typeface="等线" pitchFamily="2" charset="-122"/>
            </a:endParaRPr>
          </a:p>
        </p:txBody>
      </p:sp>
    </p:spTree>
    <p:extLst>
      <p:ext uri="{BB962C8B-B14F-4D97-AF65-F5344CB8AC3E}">
        <p14:creationId xmlns:p14="http://schemas.microsoft.com/office/powerpoint/2010/main" val="102849104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6C6F9D2F-72BB-4446-8BF2-E67408B0A06E}" type="slidenum">
              <a:rPr lang="zh-CN" altLang="en-US" smtClean="0"/>
              <a:t>9</a:t>
            </a:fld>
            <a:endParaRPr lang="zh-CN" altLang="en-US">
              <a:latin typeface="等线" pitchFamily="2" charset="-122"/>
              <a:ea typeface="等线" pitchFamily="2" charset="-122"/>
            </a:endParaRPr>
          </a:p>
        </p:txBody>
      </p:sp>
    </p:spTree>
    <p:extLst>
      <p:ext uri="{BB962C8B-B14F-4D97-AF65-F5344CB8AC3E}">
        <p14:creationId xmlns:p14="http://schemas.microsoft.com/office/powerpoint/2010/main" val="1052787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6C6F9D2F-72BB-4446-8BF2-E67408B0A06E}" type="slidenum">
              <a:rPr lang="zh-CN" altLang="en-US" smtClean="0"/>
              <a:t>10</a:t>
            </a:fld>
            <a:endParaRPr lang="zh-CN" altLang="en-US">
              <a:latin typeface="等线" pitchFamily="2" charset="-122"/>
              <a:ea typeface="等线" pitchFamily="2" charset="-122"/>
            </a:endParaRPr>
          </a:p>
        </p:txBody>
      </p:sp>
    </p:spTree>
    <p:extLst>
      <p:ext uri="{BB962C8B-B14F-4D97-AF65-F5344CB8AC3E}">
        <p14:creationId xmlns:p14="http://schemas.microsoft.com/office/powerpoint/2010/main" val="237161898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6C6F9D2F-72BB-4446-8BF2-E67408B0A06E}" type="slidenum">
              <a:rPr lang="zh-CN" altLang="en-US" smtClean="0"/>
              <a:t>11</a:t>
            </a:fld>
            <a:endParaRPr lang="zh-CN" altLang="en-US">
              <a:latin typeface="等线" pitchFamily="2" charset="-122"/>
              <a:ea typeface="等线" pitchFamily="2" charset="-122"/>
            </a:endParaRPr>
          </a:p>
        </p:txBody>
      </p:sp>
    </p:spTree>
    <p:extLst>
      <p:ext uri="{BB962C8B-B14F-4D97-AF65-F5344CB8AC3E}">
        <p14:creationId xmlns:p14="http://schemas.microsoft.com/office/powerpoint/2010/main" val="3731640553"/>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3.png"/><Relationship Id="rId4"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2.xml"/><Relationship Id="rId5" Type="http://schemas.openxmlformats.org/officeDocument/2006/relationships/image" Target="../media/image3.png"/><Relationship Id="rId4" Type="http://schemas.openxmlformats.org/officeDocument/2006/relationships/image" Target="../media/image1.png"/></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标题幻灯片">
    <p:spTree>
      <p:nvGrpSpPr>
        <p:cNvPr id="1" name=""/>
        <p:cNvGrpSpPr/>
        <p:nvPr/>
      </p:nvGrpSpPr>
      <p:grpSpPr>
        <a:xfrm>
          <a:off x="0" y="0"/>
          <a:ext cx="0" cy="0"/>
          <a:chOff x="0" y="0"/>
          <a:chExt cx="0" cy="0"/>
        </a:xfrm>
      </p:grpSpPr>
      <p:pic>
        <p:nvPicPr>
          <p:cNvPr id="30" name="图片 29">
            <a:extLst>
              <a:ext uri="{FF2B5EF4-FFF2-40B4-BE49-F238E27FC236}">
                <a16:creationId xmlns:a16="http://schemas.microsoft.com/office/drawing/2014/main" id="{BE84039B-5AD2-4FE8-9C55-CC268969DC3E}"/>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 y="0"/>
            <a:ext cx="12191999" cy="6858000"/>
          </a:xfrm>
          <a:prstGeom prst="rect">
            <a:avLst/>
          </a:prstGeom>
        </p:spPr>
      </p:pic>
      <p:grpSp>
        <p:nvGrpSpPr>
          <p:cNvPr id="34" name="组合 33">
            <a:extLst>
              <a:ext uri="{FF2B5EF4-FFF2-40B4-BE49-F238E27FC236}">
                <a16:creationId xmlns:a16="http://schemas.microsoft.com/office/drawing/2014/main" id="{11C2437D-1F2C-43D7-8557-54B3EDDE99CC}"/>
              </a:ext>
            </a:extLst>
          </p:cNvPr>
          <p:cNvGrpSpPr/>
          <p:nvPr userDrawn="1"/>
        </p:nvGrpSpPr>
        <p:grpSpPr>
          <a:xfrm>
            <a:off x="2688777" y="3219125"/>
            <a:ext cx="6814457" cy="419757"/>
            <a:chOff x="2690949" y="3219121"/>
            <a:chExt cx="6814457" cy="419757"/>
          </a:xfrm>
        </p:grpSpPr>
        <p:pic>
          <p:nvPicPr>
            <p:cNvPr id="35" name="图片 34">
              <a:extLst>
                <a:ext uri="{FF2B5EF4-FFF2-40B4-BE49-F238E27FC236}">
                  <a16:creationId xmlns:a16="http://schemas.microsoft.com/office/drawing/2014/main" id="{5E19E789-7242-4246-8794-FAB8B5D30C41}"/>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887883" y="3219121"/>
              <a:ext cx="420589" cy="419757"/>
            </a:xfrm>
            <a:prstGeom prst="rect">
              <a:avLst/>
            </a:prstGeom>
          </p:spPr>
        </p:pic>
        <p:cxnSp>
          <p:nvCxnSpPr>
            <p:cNvPr id="37" name="直接连接符 36">
              <a:extLst>
                <a:ext uri="{FF2B5EF4-FFF2-40B4-BE49-F238E27FC236}">
                  <a16:creationId xmlns:a16="http://schemas.microsoft.com/office/drawing/2014/main" id="{730C9705-6CBD-4674-9E86-DD8C59AF5B15}"/>
                </a:ext>
              </a:extLst>
            </p:cNvPr>
            <p:cNvCxnSpPr>
              <a:cxnSpLocks/>
            </p:cNvCxnSpPr>
            <p:nvPr/>
          </p:nvCxnSpPr>
          <p:spPr>
            <a:xfrm>
              <a:off x="2690949" y="3428999"/>
              <a:ext cx="3082834" cy="0"/>
            </a:xfrm>
            <a:prstGeom prst="line">
              <a:avLst/>
            </a:prstGeom>
            <a:ln w="381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9" name="直接连接符 38">
              <a:extLst>
                <a:ext uri="{FF2B5EF4-FFF2-40B4-BE49-F238E27FC236}">
                  <a16:creationId xmlns:a16="http://schemas.microsoft.com/office/drawing/2014/main" id="{F2231837-F48C-4FF7-A3A5-61FC61FC0C88}"/>
                </a:ext>
              </a:extLst>
            </p:cNvPr>
            <p:cNvCxnSpPr>
              <a:cxnSpLocks/>
            </p:cNvCxnSpPr>
            <p:nvPr/>
          </p:nvCxnSpPr>
          <p:spPr>
            <a:xfrm>
              <a:off x="6422572" y="3428999"/>
              <a:ext cx="3082834" cy="0"/>
            </a:xfrm>
            <a:prstGeom prst="line">
              <a:avLst/>
            </a:prstGeom>
            <a:ln w="38100">
              <a:solidFill>
                <a:schemeClr val="bg1"/>
              </a:solidFill>
            </a:ln>
          </p:spPr>
          <p:style>
            <a:lnRef idx="1">
              <a:schemeClr val="accent1"/>
            </a:lnRef>
            <a:fillRef idx="0">
              <a:schemeClr val="accent1"/>
            </a:fillRef>
            <a:effectRef idx="0">
              <a:schemeClr val="accent1"/>
            </a:effectRef>
            <a:fontRef idx="minor">
              <a:schemeClr val="tx1"/>
            </a:fontRef>
          </p:style>
        </p:cxnSp>
      </p:grpSp>
      <p:sp>
        <p:nvSpPr>
          <p:cNvPr id="12" name="文本占位符 13"/>
          <p:cNvSpPr>
            <a:spLocks noGrp="1"/>
          </p:cNvSpPr>
          <p:nvPr userDrawn="1">
            <p:ph type="body" sz="quarter" idx="10" hasCustomPrompt="1"/>
          </p:nvPr>
        </p:nvSpPr>
        <p:spPr>
          <a:xfrm>
            <a:off x="5073428" y="3647274"/>
            <a:ext cx="2045144" cy="430374"/>
          </a:xfrm>
          <a:prstGeom prst="rect">
            <a:avLst/>
          </a:prstGeom>
        </p:spPr>
        <p:txBody>
          <a:bodyPr lIns="90000" anchor="ctr">
            <a:spAutoFit/>
          </a:bodyPr>
          <a:lstStyle>
            <a:lvl1pPr marL="0" indent="0" algn="ctr">
              <a:buNone/>
              <a:defRPr sz="2000" b="0">
                <a:solidFill>
                  <a:schemeClr val="bg1"/>
                </a:solidFill>
                <a:latin typeface="+mj-ea"/>
                <a:ea typeface="+mj-ea"/>
              </a:defRPr>
            </a:lvl1pPr>
            <a:lvl2pPr marL="257150" indent="0">
              <a:buNone/>
              <a:defRPr/>
            </a:lvl2pPr>
            <a:lvl3pPr marL="514298" indent="0">
              <a:buNone/>
              <a:defRPr/>
            </a:lvl3pPr>
            <a:lvl4pPr marL="771447" indent="0">
              <a:buNone/>
              <a:defRPr/>
            </a:lvl4pPr>
            <a:lvl5pPr marL="1028598" indent="0">
              <a:buNone/>
              <a:defRPr/>
            </a:lvl5pPr>
          </a:lstStyle>
          <a:p>
            <a:pPr lvl="0"/>
            <a:r>
              <a:rPr lang="zh-CN" altLang="en-US" dirty="0"/>
              <a:t>姓名</a:t>
            </a:r>
            <a:endParaRPr lang="en-US" altLang="zh-CN" dirty="0"/>
          </a:p>
        </p:txBody>
      </p:sp>
      <p:sp>
        <p:nvSpPr>
          <p:cNvPr id="2" name="标题 1">
            <a:extLst>
              <a:ext uri="{FF2B5EF4-FFF2-40B4-BE49-F238E27FC236}">
                <a16:creationId xmlns:a16="http://schemas.microsoft.com/office/drawing/2014/main" id="{88256358-4A2F-40C5-B7AC-9D3BEBD027A2}"/>
              </a:ext>
            </a:extLst>
          </p:cNvPr>
          <p:cNvSpPr>
            <a:spLocks noGrp="1"/>
          </p:cNvSpPr>
          <p:nvPr>
            <p:ph type="title"/>
          </p:nvPr>
        </p:nvSpPr>
        <p:spPr>
          <a:xfrm>
            <a:off x="669925" y="2365221"/>
            <a:ext cx="10850563" cy="871008"/>
          </a:xfrm>
          <a:prstGeom prst="rect">
            <a:avLst/>
          </a:prstGeom>
        </p:spPr>
        <p:txBody>
          <a:bodyPr lIns="90000">
            <a:spAutoFit/>
          </a:bodyPr>
          <a:lstStyle>
            <a:lvl1pPr algn="ctr">
              <a:defRPr sz="5400" kern="0" spc="281" baseline="0">
                <a:solidFill>
                  <a:schemeClr val="bg1"/>
                </a:solidFill>
              </a:defRPr>
            </a:lvl1pPr>
          </a:lstStyle>
          <a:p>
            <a:r>
              <a:rPr lang="zh-CN" altLang="en-US" dirty="0"/>
              <a:t>单击此处编辑母版标题样式</a:t>
            </a:r>
          </a:p>
        </p:txBody>
      </p:sp>
      <p:grpSp>
        <p:nvGrpSpPr>
          <p:cNvPr id="3" name="组合 2">
            <a:extLst>
              <a:ext uri="{FF2B5EF4-FFF2-40B4-BE49-F238E27FC236}">
                <a16:creationId xmlns:a16="http://schemas.microsoft.com/office/drawing/2014/main" id="{12B3B951-03DF-4D1E-A187-949C9B0F1751}"/>
              </a:ext>
            </a:extLst>
          </p:cNvPr>
          <p:cNvGrpSpPr/>
          <p:nvPr userDrawn="1"/>
        </p:nvGrpSpPr>
        <p:grpSpPr>
          <a:xfrm>
            <a:off x="8618653" y="4984753"/>
            <a:ext cx="2901835" cy="1362580"/>
            <a:chOff x="8135105" y="4556448"/>
            <a:chExt cx="3720862" cy="1747159"/>
          </a:xfrm>
        </p:grpSpPr>
        <p:pic>
          <p:nvPicPr>
            <p:cNvPr id="33" name="图片 32">
              <a:extLst>
                <a:ext uri="{FF2B5EF4-FFF2-40B4-BE49-F238E27FC236}">
                  <a16:creationId xmlns:a16="http://schemas.microsoft.com/office/drawing/2014/main" id="{6F09F481-6DD2-4231-A8F1-33EA89BC9EC4}"/>
                </a:ext>
              </a:extLst>
            </p:cNvPr>
            <p:cNvPicPr>
              <a:picLocks noChangeAspect="1"/>
            </p:cNvPicPr>
            <p:nvPr/>
          </p:nvPicPr>
          <p:blipFill>
            <a:blip r:embed="rId4" cstate="print">
              <a:biLevel thresh="25000"/>
              <a:extLst>
                <a:ext uri="{28A0092B-C50C-407E-A947-70E740481C1C}">
                  <a14:useLocalDpi xmlns:a14="http://schemas.microsoft.com/office/drawing/2010/main" val="0"/>
                </a:ext>
              </a:extLst>
            </a:blip>
            <a:stretch>
              <a:fillRect/>
            </a:stretch>
          </p:blipFill>
          <p:spPr>
            <a:xfrm>
              <a:off x="8135105" y="4918783"/>
              <a:ext cx="1387293" cy="1384823"/>
            </a:xfrm>
            <a:prstGeom prst="rect">
              <a:avLst/>
            </a:prstGeom>
            <a:effectLst>
              <a:outerShdw blurRad="63500" sx="102000" sy="102000" algn="ctr" rotWithShape="0">
                <a:prstClr val="black">
                  <a:alpha val="40000"/>
                </a:prstClr>
              </a:outerShdw>
            </a:effectLst>
          </p:spPr>
        </p:pic>
        <p:pic>
          <p:nvPicPr>
            <p:cNvPr id="15" name="图片 14">
              <a:extLst>
                <a:ext uri="{FF2B5EF4-FFF2-40B4-BE49-F238E27FC236}">
                  <a16:creationId xmlns:a16="http://schemas.microsoft.com/office/drawing/2014/main" id="{2E2106D5-3EDD-4A0E-B824-31BD5F59A937}"/>
                </a:ext>
              </a:extLst>
            </p:cNvPr>
            <p:cNvPicPr>
              <a:picLocks noChangeAspect="1"/>
            </p:cNvPicPr>
            <p:nvPr userDrawn="1"/>
          </p:nvPicPr>
          <p:blipFill>
            <a:blip r:embed="rId5">
              <a:biLevel thresh="25000"/>
              <a:extLst>
                <a:ext uri="{28A0092B-C50C-407E-A947-70E740481C1C}">
                  <a14:useLocalDpi xmlns:a14="http://schemas.microsoft.com/office/drawing/2010/main" val="0"/>
                </a:ext>
              </a:extLst>
            </a:blip>
            <a:stretch>
              <a:fillRect/>
            </a:stretch>
          </p:blipFill>
          <p:spPr>
            <a:xfrm>
              <a:off x="9947723" y="4556448"/>
              <a:ext cx="1908244" cy="1747159"/>
            </a:xfrm>
            <a:prstGeom prst="rect">
              <a:avLst/>
            </a:prstGeom>
            <a:effectLst>
              <a:outerShdw blurRad="63500" sx="102000" sy="102000" algn="ctr" rotWithShape="0">
                <a:prstClr val="black">
                  <a:alpha val="40000"/>
                </a:prstClr>
              </a:outerShdw>
            </a:effectLst>
          </p:spPr>
        </p:pic>
      </p:grpSp>
      <p:sp>
        <p:nvSpPr>
          <p:cNvPr id="13" name="文本占位符 13">
            <a:extLst>
              <a:ext uri="{FF2B5EF4-FFF2-40B4-BE49-F238E27FC236}">
                <a16:creationId xmlns:a16="http://schemas.microsoft.com/office/drawing/2014/main" id="{643AF6B0-A401-453D-A5DB-9699531C32DD}"/>
              </a:ext>
            </a:extLst>
          </p:cNvPr>
          <p:cNvSpPr>
            <a:spLocks noGrp="1"/>
          </p:cNvSpPr>
          <p:nvPr>
            <p:ph type="body" sz="quarter" idx="11" hasCustomPrompt="1"/>
          </p:nvPr>
        </p:nvSpPr>
        <p:spPr>
          <a:xfrm>
            <a:off x="5072634" y="4080731"/>
            <a:ext cx="2045144" cy="430374"/>
          </a:xfrm>
          <a:prstGeom prst="rect">
            <a:avLst/>
          </a:prstGeom>
        </p:spPr>
        <p:txBody>
          <a:bodyPr lIns="90000" anchor="ctr">
            <a:spAutoFit/>
          </a:bodyPr>
          <a:lstStyle>
            <a:lvl1pPr marL="0" indent="0" algn="ctr">
              <a:buNone/>
              <a:defRPr sz="2000" b="0">
                <a:solidFill>
                  <a:schemeClr val="bg1"/>
                </a:solidFill>
                <a:latin typeface="+mj-ea"/>
                <a:ea typeface="+mj-ea"/>
              </a:defRPr>
            </a:lvl1pPr>
            <a:lvl2pPr marL="257150" indent="0">
              <a:buNone/>
              <a:defRPr/>
            </a:lvl2pPr>
            <a:lvl3pPr marL="514298" indent="0">
              <a:buNone/>
              <a:defRPr/>
            </a:lvl3pPr>
            <a:lvl4pPr marL="771447" indent="0">
              <a:buNone/>
              <a:defRPr/>
            </a:lvl4pPr>
            <a:lvl5pPr marL="1028598" indent="0">
              <a:buNone/>
              <a:defRPr/>
            </a:lvl5pPr>
          </a:lstStyle>
          <a:p>
            <a:pPr lvl="0"/>
            <a:r>
              <a:rPr lang="zh-CN" altLang="en-US" dirty="0"/>
              <a:t>日期</a:t>
            </a:r>
            <a:endParaRPr lang="en-US" altLang="zh-CN" dirty="0"/>
          </a:p>
        </p:txBody>
      </p:sp>
    </p:spTree>
    <p:extLst>
      <p:ext uri="{BB962C8B-B14F-4D97-AF65-F5344CB8AC3E}">
        <p14:creationId xmlns:p14="http://schemas.microsoft.com/office/powerpoint/2010/main" val="2133544878"/>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10" name="标题 9">
            <a:extLst>
              <a:ext uri="{FF2B5EF4-FFF2-40B4-BE49-F238E27FC236}">
                <a16:creationId xmlns:a16="http://schemas.microsoft.com/office/drawing/2014/main" id="{1B958D76-8A55-47BE-8A69-217179948143}"/>
              </a:ext>
            </a:extLst>
          </p:cNvPr>
          <p:cNvSpPr>
            <a:spLocks noGrp="1"/>
          </p:cNvSpPr>
          <p:nvPr>
            <p:ph type="title" hasCustomPrompt="1"/>
          </p:nvPr>
        </p:nvSpPr>
        <p:spPr/>
        <p:txBody>
          <a:bodyPr/>
          <a:lstStyle/>
          <a:p>
            <a:r>
              <a:rPr lang="zh-CN" altLang="en-US" dirty="0"/>
              <a:t>内容页标题</a:t>
            </a:r>
          </a:p>
        </p:txBody>
      </p:sp>
      <p:sp>
        <p:nvSpPr>
          <p:cNvPr id="15" name="内容占位符 14">
            <a:extLst>
              <a:ext uri="{FF2B5EF4-FFF2-40B4-BE49-F238E27FC236}">
                <a16:creationId xmlns:a16="http://schemas.microsoft.com/office/drawing/2014/main" id="{B19EF12C-1B89-4752-9B94-99E3CA6DA7DD}"/>
              </a:ext>
            </a:extLst>
          </p:cNvPr>
          <p:cNvSpPr>
            <a:spLocks noGrp="1"/>
          </p:cNvSpPr>
          <p:nvPr>
            <p:ph sz="quarter" idx="13" hasCustomPrompt="1"/>
          </p:nvPr>
        </p:nvSpPr>
        <p:spPr>
          <a:xfrm>
            <a:off x="360000" y="1074057"/>
            <a:ext cx="11473200" cy="5107141"/>
          </a:xfrm>
        </p:spPr>
        <p:txBody>
          <a:bodyPr>
            <a:noAutofit/>
          </a:bodyPr>
          <a:lstStyle/>
          <a:p>
            <a:pPr lvl="0"/>
            <a:r>
              <a:rPr lang="zh-CN" altLang="en-US" dirty="0"/>
              <a:t>一级标题</a:t>
            </a:r>
          </a:p>
          <a:p>
            <a:pPr lvl="1"/>
            <a:r>
              <a:rPr lang="zh-CN" altLang="en-US" dirty="0"/>
              <a:t>二级</a:t>
            </a:r>
          </a:p>
          <a:p>
            <a:pPr lvl="2"/>
            <a:r>
              <a:rPr lang="zh-CN" altLang="en-US" dirty="0"/>
              <a:t>三级</a:t>
            </a:r>
          </a:p>
          <a:p>
            <a:pPr lvl="3"/>
            <a:r>
              <a:rPr lang="zh-CN" altLang="en-US" dirty="0"/>
              <a:t>四级</a:t>
            </a:r>
          </a:p>
          <a:p>
            <a:pPr lvl="4"/>
            <a:r>
              <a:rPr lang="zh-CN" altLang="en-US" dirty="0"/>
              <a:t>五级</a:t>
            </a:r>
          </a:p>
        </p:txBody>
      </p:sp>
      <p:sp>
        <p:nvSpPr>
          <p:cNvPr id="5" name="日期占位符 4">
            <a:extLst>
              <a:ext uri="{FF2B5EF4-FFF2-40B4-BE49-F238E27FC236}">
                <a16:creationId xmlns:a16="http://schemas.microsoft.com/office/drawing/2014/main" id="{4BD5B093-6AD6-47BD-9F93-C4B3FBE4047B}"/>
              </a:ext>
            </a:extLst>
          </p:cNvPr>
          <p:cNvSpPr>
            <a:spLocks noGrp="1"/>
          </p:cNvSpPr>
          <p:nvPr>
            <p:ph type="dt" sz="half" idx="14"/>
          </p:nvPr>
        </p:nvSpPr>
        <p:spPr/>
        <p:txBody>
          <a:bodyPr/>
          <a:lstStyle/>
          <a:p>
            <a:fld id="{652A68F4-878B-4B66-83AF-068E5D3D11CD}" type="datetime1">
              <a:rPr lang="zh-CN" altLang="en-US" smtClean="0"/>
              <a:t>2025/5/9</a:t>
            </a:fld>
            <a:endParaRPr lang="zh-CN" altLang="en-US" dirty="0"/>
          </a:p>
        </p:txBody>
      </p:sp>
      <p:sp>
        <p:nvSpPr>
          <p:cNvPr id="6" name="页脚占位符 5">
            <a:extLst>
              <a:ext uri="{FF2B5EF4-FFF2-40B4-BE49-F238E27FC236}">
                <a16:creationId xmlns:a16="http://schemas.microsoft.com/office/drawing/2014/main" id="{C3C842C9-8F4F-4DD2-BE13-4AEBD1A241CE}"/>
              </a:ext>
            </a:extLst>
          </p:cNvPr>
          <p:cNvSpPr>
            <a:spLocks noGrp="1"/>
          </p:cNvSpPr>
          <p:nvPr>
            <p:ph type="ftr" sz="quarter" idx="15"/>
          </p:nvPr>
        </p:nvSpPr>
        <p:spPr/>
        <p:txBody>
          <a:bodyPr/>
          <a:lstStyle/>
          <a:p>
            <a:r>
              <a:rPr lang="zh-CN" altLang="en-US"/>
              <a:t>复旦大学电子和光电信息实验教学中心</a:t>
            </a:r>
            <a:endParaRPr lang="zh-CN" altLang="en-US" dirty="0"/>
          </a:p>
        </p:txBody>
      </p:sp>
      <p:sp>
        <p:nvSpPr>
          <p:cNvPr id="7" name="灯片编号占位符 6">
            <a:extLst>
              <a:ext uri="{FF2B5EF4-FFF2-40B4-BE49-F238E27FC236}">
                <a16:creationId xmlns:a16="http://schemas.microsoft.com/office/drawing/2014/main" id="{F835A25D-ED52-435B-B4C1-102CACE66711}"/>
              </a:ext>
            </a:extLst>
          </p:cNvPr>
          <p:cNvSpPr>
            <a:spLocks noGrp="1"/>
          </p:cNvSpPr>
          <p:nvPr>
            <p:ph type="sldNum" sz="quarter" idx="16"/>
          </p:nvPr>
        </p:nvSpPr>
        <p:spPr/>
        <p:txBody>
          <a:bodyPr/>
          <a:lstStyle/>
          <a:p>
            <a:fld id="{6D8B21D9-4410-4C44-A256-F6FC7FD8C1AC}" type="slidenum">
              <a:rPr lang="zh-CN" altLang="en-US" smtClean="0"/>
              <a:pPr/>
              <a:t>‹#›</a:t>
            </a:fld>
            <a:endParaRPr lang="zh-CN" altLang="en-US" dirty="0"/>
          </a:p>
        </p:txBody>
      </p:sp>
    </p:spTree>
    <p:extLst>
      <p:ext uri="{BB962C8B-B14F-4D97-AF65-F5344CB8AC3E}">
        <p14:creationId xmlns:p14="http://schemas.microsoft.com/office/powerpoint/2010/main" val="266365755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图片页">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D4BB4D7-FCF6-4833-8B34-ABDE952A2B8B}"/>
              </a:ext>
            </a:extLst>
          </p:cNvPr>
          <p:cNvSpPr>
            <a:spLocks noGrp="1"/>
          </p:cNvSpPr>
          <p:nvPr>
            <p:ph type="title" hasCustomPrompt="1"/>
          </p:nvPr>
        </p:nvSpPr>
        <p:spPr/>
        <p:txBody>
          <a:bodyPr/>
          <a:lstStyle/>
          <a:p>
            <a:r>
              <a:rPr lang="zh-CN" altLang="en-US" dirty="0"/>
              <a:t>图片页标题</a:t>
            </a:r>
          </a:p>
        </p:txBody>
      </p:sp>
      <p:sp>
        <p:nvSpPr>
          <p:cNvPr id="7" name="内容占位符 14">
            <a:extLst>
              <a:ext uri="{FF2B5EF4-FFF2-40B4-BE49-F238E27FC236}">
                <a16:creationId xmlns:a16="http://schemas.microsoft.com/office/drawing/2014/main" id="{106AFF6B-7D91-4772-BD33-2EFB909EF94C}"/>
              </a:ext>
            </a:extLst>
          </p:cNvPr>
          <p:cNvSpPr>
            <a:spLocks noGrp="1"/>
          </p:cNvSpPr>
          <p:nvPr>
            <p:ph sz="quarter" idx="13" hasCustomPrompt="1"/>
          </p:nvPr>
        </p:nvSpPr>
        <p:spPr>
          <a:xfrm>
            <a:off x="360000" y="1074057"/>
            <a:ext cx="11473200" cy="5107141"/>
          </a:xfrm>
        </p:spPr>
        <p:txBody>
          <a:bodyPr>
            <a:noAutofit/>
          </a:bodyPr>
          <a:lstStyle/>
          <a:p>
            <a:pPr lvl="0"/>
            <a:r>
              <a:rPr lang="zh-CN" altLang="en-US" dirty="0"/>
              <a:t>图片标题</a:t>
            </a:r>
          </a:p>
        </p:txBody>
      </p:sp>
      <p:sp>
        <p:nvSpPr>
          <p:cNvPr id="6" name="日期占位符 5">
            <a:extLst>
              <a:ext uri="{FF2B5EF4-FFF2-40B4-BE49-F238E27FC236}">
                <a16:creationId xmlns:a16="http://schemas.microsoft.com/office/drawing/2014/main" id="{5FC6F205-DBD7-4BF9-9B7B-EC95C89B3F20}"/>
              </a:ext>
            </a:extLst>
          </p:cNvPr>
          <p:cNvSpPr>
            <a:spLocks noGrp="1"/>
          </p:cNvSpPr>
          <p:nvPr>
            <p:ph type="dt" sz="half" idx="14"/>
          </p:nvPr>
        </p:nvSpPr>
        <p:spPr/>
        <p:txBody>
          <a:bodyPr/>
          <a:lstStyle/>
          <a:p>
            <a:fld id="{4C20E8B7-CDF7-4CF3-8567-89427475CC4B}" type="datetime1">
              <a:rPr lang="zh-CN" altLang="en-US" smtClean="0"/>
              <a:t>2025/5/9</a:t>
            </a:fld>
            <a:endParaRPr lang="zh-CN" altLang="en-US" dirty="0"/>
          </a:p>
        </p:txBody>
      </p:sp>
      <p:sp>
        <p:nvSpPr>
          <p:cNvPr id="8" name="页脚占位符 7">
            <a:extLst>
              <a:ext uri="{FF2B5EF4-FFF2-40B4-BE49-F238E27FC236}">
                <a16:creationId xmlns:a16="http://schemas.microsoft.com/office/drawing/2014/main" id="{1100B201-AE68-40B9-93F4-2595C9D9F336}"/>
              </a:ext>
            </a:extLst>
          </p:cNvPr>
          <p:cNvSpPr>
            <a:spLocks noGrp="1"/>
          </p:cNvSpPr>
          <p:nvPr>
            <p:ph type="ftr" sz="quarter" idx="15"/>
          </p:nvPr>
        </p:nvSpPr>
        <p:spPr/>
        <p:txBody>
          <a:bodyPr/>
          <a:lstStyle/>
          <a:p>
            <a:r>
              <a:rPr lang="zh-CN" altLang="en-US"/>
              <a:t>复旦大学电子和光电信息实验教学中心</a:t>
            </a:r>
            <a:endParaRPr lang="zh-CN" altLang="en-US" dirty="0"/>
          </a:p>
        </p:txBody>
      </p:sp>
      <p:sp>
        <p:nvSpPr>
          <p:cNvPr id="9" name="灯片编号占位符 8">
            <a:extLst>
              <a:ext uri="{FF2B5EF4-FFF2-40B4-BE49-F238E27FC236}">
                <a16:creationId xmlns:a16="http://schemas.microsoft.com/office/drawing/2014/main" id="{4168DAE2-DF65-4774-8D8F-D0400506C176}"/>
              </a:ext>
            </a:extLst>
          </p:cNvPr>
          <p:cNvSpPr>
            <a:spLocks noGrp="1"/>
          </p:cNvSpPr>
          <p:nvPr>
            <p:ph type="sldNum" sz="quarter" idx="16"/>
          </p:nvPr>
        </p:nvSpPr>
        <p:spPr/>
        <p:txBody>
          <a:bodyPr/>
          <a:lstStyle/>
          <a:p>
            <a:fld id="{6D8B21D9-4410-4C44-A256-F6FC7FD8C1AC}" type="slidenum">
              <a:rPr lang="zh-CN" altLang="en-US" smtClean="0"/>
              <a:pPr/>
              <a:t>‹#›</a:t>
            </a:fld>
            <a:endParaRPr lang="zh-CN" altLang="en-US" dirty="0"/>
          </a:p>
        </p:txBody>
      </p:sp>
    </p:spTree>
    <p:extLst>
      <p:ext uri="{BB962C8B-B14F-4D97-AF65-F5344CB8AC3E}">
        <p14:creationId xmlns:p14="http://schemas.microsoft.com/office/powerpoint/2010/main" val="69407946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
        <p:nvSpPr>
          <p:cNvPr id="9" name="标题 8">
            <a:extLst>
              <a:ext uri="{FF2B5EF4-FFF2-40B4-BE49-F238E27FC236}">
                <a16:creationId xmlns:a16="http://schemas.microsoft.com/office/drawing/2014/main" id="{5B069D80-B022-4836-9FE8-8CCFC3FD6C09}"/>
              </a:ext>
            </a:extLst>
          </p:cNvPr>
          <p:cNvSpPr>
            <a:spLocks noGrp="1"/>
          </p:cNvSpPr>
          <p:nvPr>
            <p:ph type="title" hasCustomPrompt="1"/>
          </p:nvPr>
        </p:nvSpPr>
        <p:spPr/>
        <p:txBody>
          <a:bodyPr/>
          <a:lstStyle/>
          <a:p>
            <a:r>
              <a:rPr lang="zh-CN" altLang="en-US" dirty="0"/>
              <a:t>纯标题页标题</a:t>
            </a:r>
          </a:p>
        </p:txBody>
      </p:sp>
      <p:sp>
        <p:nvSpPr>
          <p:cNvPr id="2" name="日期占位符 1">
            <a:extLst>
              <a:ext uri="{FF2B5EF4-FFF2-40B4-BE49-F238E27FC236}">
                <a16:creationId xmlns:a16="http://schemas.microsoft.com/office/drawing/2014/main" id="{5E4365F8-441E-405C-AD95-2B506FDCFEF7}"/>
              </a:ext>
            </a:extLst>
          </p:cNvPr>
          <p:cNvSpPr>
            <a:spLocks noGrp="1"/>
          </p:cNvSpPr>
          <p:nvPr>
            <p:ph type="dt" sz="half" idx="10"/>
          </p:nvPr>
        </p:nvSpPr>
        <p:spPr/>
        <p:txBody>
          <a:bodyPr/>
          <a:lstStyle/>
          <a:p>
            <a:fld id="{48E26797-505B-4C83-BA45-B7426BE44B94}" type="datetime1">
              <a:rPr lang="zh-CN" altLang="en-US" smtClean="0"/>
              <a:t>2025/5/9</a:t>
            </a:fld>
            <a:endParaRPr lang="zh-CN" altLang="en-US" dirty="0"/>
          </a:p>
        </p:txBody>
      </p:sp>
      <p:sp>
        <p:nvSpPr>
          <p:cNvPr id="3" name="页脚占位符 2">
            <a:extLst>
              <a:ext uri="{FF2B5EF4-FFF2-40B4-BE49-F238E27FC236}">
                <a16:creationId xmlns:a16="http://schemas.microsoft.com/office/drawing/2014/main" id="{A1AFD0CD-F1B7-46D6-9BAA-E5828281F5BA}"/>
              </a:ext>
            </a:extLst>
          </p:cNvPr>
          <p:cNvSpPr>
            <a:spLocks noGrp="1"/>
          </p:cNvSpPr>
          <p:nvPr>
            <p:ph type="ftr" sz="quarter" idx="11"/>
          </p:nvPr>
        </p:nvSpPr>
        <p:spPr/>
        <p:txBody>
          <a:bodyPr/>
          <a:lstStyle/>
          <a:p>
            <a:r>
              <a:rPr lang="zh-CN" altLang="en-US"/>
              <a:t>复旦大学电子和光电信息实验教学中心</a:t>
            </a:r>
            <a:endParaRPr lang="zh-CN" altLang="en-US" dirty="0"/>
          </a:p>
        </p:txBody>
      </p:sp>
      <p:sp>
        <p:nvSpPr>
          <p:cNvPr id="4" name="灯片编号占位符 3">
            <a:extLst>
              <a:ext uri="{FF2B5EF4-FFF2-40B4-BE49-F238E27FC236}">
                <a16:creationId xmlns:a16="http://schemas.microsoft.com/office/drawing/2014/main" id="{7F5F044C-E15B-4221-A2A6-EBABD58B2F6F}"/>
              </a:ext>
            </a:extLst>
          </p:cNvPr>
          <p:cNvSpPr>
            <a:spLocks noGrp="1"/>
          </p:cNvSpPr>
          <p:nvPr>
            <p:ph type="sldNum" sz="quarter" idx="12"/>
          </p:nvPr>
        </p:nvSpPr>
        <p:spPr/>
        <p:txBody>
          <a:bodyPr/>
          <a:lstStyle/>
          <a:p>
            <a:fld id="{6D8B21D9-4410-4C44-A256-F6FC7FD8C1AC}" type="slidenum">
              <a:rPr lang="zh-CN" altLang="en-US" smtClean="0"/>
              <a:pPr/>
              <a:t>‹#›</a:t>
            </a:fld>
            <a:endParaRPr lang="zh-CN" altLang="en-US" dirty="0"/>
          </a:p>
        </p:txBody>
      </p:sp>
    </p:spTree>
    <p:extLst>
      <p:ext uri="{BB962C8B-B14F-4D97-AF65-F5344CB8AC3E}">
        <p14:creationId xmlns:p14="http://schemas.microsoft.com/office/powerpoint/2010/main" val="372787449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userDrawn="1">
  <p:cSld name="1_标题幻灯片">
    <p:spTree>
      <p:nvGrpSpPr>
        <p:cNvPr id="1" name=""/>
        <p:cNvGrpSpPr/>
        <p:nvPr/>
      </p:nvGrpSpPr>
      <p:grpSpPr>
        <a:xfrm>
          <a:off x="0" y="0"/>
          <a:ext cx="0" cy="0"/>
          <a:chOff x="0" y="0"/>
          <a:chExt cx="0" cy="0"/>
        </a:xfrm>
      </p:grpSpPr>
      <p:sp>
        <p:nvSpPr>
          <p:cNvPr id="56" name="文本框 55">
            <a:extLst>
              <a:ext uri="{FF2B5EF4-FFF2-40B4-BE49-F238E27FC236}">
                <a16:creationId xmlns:a16="http://schemas.microsoft.com/office/drawing/2014/main" id="{4602D6D1-7BFD-4CF5-A178-1D71B1C3C5E1}"/>
              </a:ext>
            </a:extLst>
          </p:cNvPr>
          <p:cNvSpPr txBox="1"/>
          <p:nvPr userDrawn="1"/>
        </p:nvSpPr>
        <p:spPr>
          <a:xfrm>
            <a:off x="4197883" y="3061315"/>
            <a:ext cx="3796232" cy="1107996"/>
          </a:xfrm>
          <a:prstGeom prst="rect">
            <a:avLst/>
          </a:prstGeom>
          <a:noFill/>
        </p:spPr>
        <p:txBody>
          <a:bodyPr wrap="none" rtlCol="0">
            <a:spAutoFit/>
          </a:bodyPr>
          <a:lstStyle/>
          <a:p>
            <a:pPr algn="ctr"/>
            <a:r>
              <a:rPr lang="en-US" altLang="zh-CN" sz="6600" b="1" spc="600" dirty="0">
                <a:solidFill>
                  <a:schemeClr val="tx1">
                    <a:lumMod val="65000"/>
                    <a:lumOff val="35000"/>
                  </a:schemeClr>
                </a:solidFill>
                <a:latin typeface="Century Gothic" panose="020B0502020202020204" pitchFamily="34" charset="0"/>
              </a:rPr>
              <a:t>THANKS</a:t>
            </a:r>
            <a:endParaRPr lang="zh-CN" altLang="en-US" sz="6600" b="1" spc="600" dirty="0">
              <a:solidFill>
                <a:schemeClr val="tx1">
                  <a:lumMod val="65000"/>
                  <a:lumOff val="35000"/>
                </a:schemeClr>
              </a:solidFill>
              <a:latin typeface="Century Gothic" panose="020B0502020202020204" pitchFamily="34" charset="0"/>
            </a:endParaRPr>
          </a:p>
        </p:txBody>
      </p:sp>
      <p:sp>
        <p:nvSpPr>
          <p:cNvPr id="57" name="文本框 56">
            <a:extLst>
              <a:ext uri="{FF2B5EF4-FFF2-40B4-BE49-F238E27FC236}">
                <a16:creationId xmlns:a16="http://schemas.microsoft.com/office/drawing/2014/main" id="{281B60E6-8669-4011-B141-A22918753F8D}"/>
              </a:ext>
            </a:extLst>
          </p:cNvPr>
          <p:cNvSpPr txBox="1"/>
          <p:nvPr userDrawn="1"/>
        </p:nvSpPr>
        <p:spPr>
          <a:xfrm>
            <a:off x="6003636" y="4361228"/>
            <a:ext cx="184730" cy="400110"/>
          </a:xfrm>
          <a:prstGeom prst="rect">
            <a:avLst/>
          </a:prstGeom>
          <a:noFill/>
        </p:spPr>
        <p:txBody>
          <a:bodyPr wrap="none" rtlCol="0">
            <a:spAutoFit/>
          </a:bodyPr>
          <a:lstStyle/>
          <a:p>
            <a:pPr algn="ctr"/>
            <a:endParaRPr lang="zh-CN" altLang="en-US" sz="2000" dirty="0">
              <a:latin typeface="+mj-ea"/>
              <a:ea typeface="+mj-ea"/>
            </a:endParaRPr>
          </a:p>
        </p:txBody>
      </p:sp>
      <p:sp>
        <p:nvSpPr>
          <p:cNvPr id="3" name="文本占位符 2">
            <a:extLst>
              <a:ext uri="{FF2B5EF4-FFF2-40B4-BE49-F238E27FC236}">
                <a16:creationId xmlns:a16="http://schemas.microsoft.com/office/drawing/2014/main" id="{92D9B39D-CC2F-4CF5-A3A8-F015C69928A9}"/>
              </a:ext>
            </a:extLst>
          </p:cNvPr>
          <p:cNvSpPr>
            <a:spLocks noGrp="1"/>
          </p:cNvSpPr>
          <p:nvPr>
            <p:ph type="body" sz="quarter" idx="14" hasCustomPrompt="1"/>
          </p:nvPr>
        </p:nvSpPr>
        <p:spPr>
          <a:xfrm>
            <a:off x="4548994" y="4347000"/>
            <a:ext cx="3094010" cy="424732"/>
          </a:xfrm>
          <a:prstGeom prst="rect">
            <a:avLst/>
          </a:prstGeom>
        </p:spPr>
        <p:txBody>
          <a:bodyPr>
            <a:spAutoFit/>
          </a:bodyPr>
          <a:lstStyle>
            <a:lvl1pPr marL="0" indent="0" algn="ctr">
              <a:buNone/>
              <a:defRPr sz="2400">
                <a:latin typeface="+mj-ea"/>
                <a:ea typeface="+mj-ea"/>
              </a:defRPr>
            </a:lvl1pPr>
            <a:lvl2pPr algn="ctr">
              <a:defRPr/>
            </a:lvl2pPr>
            <a:lvl3pPr algn="ctr">
              <a:defRPr/>
            </a:lvl3pPr>
            <a:lvl4pPr algn="ctr">
              <a:defRPr/>
            </a:lvl4pPr>
            <a:lvl5pPr algn="ctr">
              <a:defRPr/>
            </a:lvl5pPr>
          </a:lstStyle>
          <a:p>
            <a:pPr lvl="0"/>
            <a:r>
              <a:rPr lang="zh-CN" altLang="en-US" dirty="0"/>
              <a:t>署名 日期</a:t>
            </a:r>
          </a:p>
        </p:txBody>
      </p:sp>
    </p:spTree>
    <p:extLst>
      <p:ext uri="{BB962C8B-B14F-4D97-AF65-F5344CB8AC3E}">
        <p14:creationId xmlns:p14="http://schemas.microsoft.com/office/powerpoint/2010/main" val="286960251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
        <p:nvSpPr>
          <p:cNvPr id="56" name="文本框 55">
            <a:extLst>
              <a:ext uri="{FF2B5EF4-FFF2-40B4-BE49-F238E27FC236}">
                <a16:creationId xmlns:a16="http://schemas.microsoft.com/office/drawing/2014/main" id="{4602D6D1-7BFD-4CF5-A178-1D71B1C3C5E1}"/>
              </a:ext>
            </a:extLst>
          </p:cNvPr>
          <p:cNvSpPr txBox="1"/>
          <p:nvPr userDrawn="1"/>
        </p:nvSpPr>
        <p:spPr>
          <a:xfrm>
            <a:off x="4197883" y="3061315"/>
            <a:ext cx="3796232" cy="1107996"/>
          </a:xfrm>
          <a:prstGeom prst="rect">
            <a:avLst/>
          </a:prstGeom>
          <a:noFill/>
        </p:spPr>
        <p:txBody>
          <a:bodyPr wrap="none" rtlCol="0">
            <a:spAutoFit/>
          </a:bodyPr>
          <a:lstStyle/>
          <a:p>
            <a:pPr algn="ctr"/>
            <a:r>
              <a:rPr lang="en-US" altLang="zh-CN" sz="6600" b="1" spc="600" dirty="0">
                <a:solidFill>
                  <a:schemeClr val="tx1">
                    <a:lumMod val="65000"/>
                    <a:lumOff val="35000"/>
                  </a:schemeClr>
                </a:solidFill>
                <a:latin typeface="Century Gothic" panose="020B0502020202020204" pitchFamily="34" charset="0"/>
              </a:rPr>
              <a:t>THANKS</a:t>
            </a:r>
            <a:endParaRPr lang="zh-CN" altLang="en-US" sz="6600" b="1" spc="600" dirty="0">
              <a:solidFill>
                <a:schemeClr val="tx1">
                  <a:lumMod val="65000"/>
                  <a:lumOff val="35000"/>
                </a:schemeClr>
              </a:solidFill>
              <a:latin typeface="Century Gothic" panose="020B0502020202020204" pitchFamily="34" charset="0"/>
            </a:endParaRPr>
          </a:p>
        </p:txBody>
      </p:sp>
      <p:sp>
        <p:nvSpPr>
          <p:cNvPr id="57" name="文本框 56">
            <a:extLst>
              <a:ext uri="{FF2B5EF4-FFF2-40B4-BE49-F238E27FC236}">
                <a16:creationId xmlns:a16="http://schemas.microsoft.com/office/drawing/2014/main" id="{281B60E6-8669-4011-B141-A22918753F8D}"/>
              </a:ext>
            </a:extLst>
          </p:cNvPr>
          <p:cNvSpPr txBox="1"/>
          <p:nvPr userDrawn="1"/>
        </p:nvSpPr>
        <p:spPr>
          <a:xfrm>
            <a:off x="6003636" y="4361228"/>
            <a:ext cx="184730" cy="400110"/>
          </a:xfrm>
          <a:prstGeom prst="rect">
            <a:avLst/>
          </a:prstGeom>
          <a:noFill/>
        </p:spPr>
        <p:txBody>
          <a:bodyPr wrap="none" rtlCol="0">
            <a:spAutoFit/>
          </a:bodyPr>
          <a:lstStyle/>
          <a:p>
            <a:pPr algn="ctr"/>
            <a:endParaRPr lang="zh-CN" altLang="en-US" sz="2000" dirty="0">
              <a:latin typeface="+mj-ea"/>
              <a:ea typeface="+mj-ea"/>
            </a:endParaRPr>
          </a:p>
        </p:txBody>
      </p:sp>
      <p:sp>
        <p:nvSpPr>
          <p:cNvPr id="3" name="文本占位符 2">
            <a:extLst>
              <a:ext uri="{FF2B5EF4-FFF2-40B4-BE49-F238E27FC236}">
                <a16:creationId xmlns:a16="http://schemas.microsoft.com/office/drawing/2014/main" id="{92D9B39D-CC2F-4CF5-A3A8-F015C69928A9}"/>
              </a:ext>
            </a:extLst>
          </p:cNvPr>
          <p:cNvSpPr>
            <a:spLocks noGrp="1"/>
          </p:cNvSpPr>
          <p:nvPr>
            <p:ph type="body" sz="quarter" idx="14" hasCustomPrompt="1"/>
          </p:nvPr>
        </p:nvSpPr>
        <p:spPr>
          <a:xfrm>
            <a:off x="4548994" y="4347000"/>
            <a:ext cx="3094010" cy="424732"/>
          </a:xfrm>
          <a:prstGeom prst="rect">
            <a:avLst/>
          </a:prstGeom>
        </p:spPr>
        <p:txBody>
          <a:bodyPr>
            <a:spAutoFit/>
          </a:bodyPr>
          <a:lstStyle>
            <a:lvl1pPr marL="0" indent="0" algn="ctr">
              <a:buNone/>
              <a:defRPr sz="2400">
                <a:latin typeface="+mj-ea"/>
                <a:ea typeface="+mj-ea"/>
              </a:defRPr>
            </a:lvl1pPr>
            <a:lvl2pPr algn="ctr">
              <a:defRPr/>
            </a:lvl2pPr>
            <a:lvl3pPr algn="ctr">
              <a:defRPr/>
            </a:lvl3pPr>
            <a:lvl4pPr algn="ctr">
              <a:defRPr/>
            </a:lvl4pPr>
            <a:lvl5pPr algn="ctr">
              <a:defRPr/>
            </a:lvl5pPr>
          </a:lstStyle>
          <a:p>
            <a:pPr lvl="0"/>
            <a:r>
              <a:rPr lang="zh-CN" altLang="en-US" dirty="0"/>
              <a:t>署名 日期</a:t>
            </a:r>
          </a:p>
        </p:txBody>
      </p:sp>
    </p:spTree>
    <p:extLst>
      <p:ext uri="{BB962C8B-B14F-4D97-AF65-F5344CB8AC3E}">
        <p14:creationId xmlns:p14="http://schemas.microsoft.com/office/powerpoint/2010/main" val="323505747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日期占位符 3"/>
          <p:cNvSpPr>
            <a:spLocks noGrp="1"/>
          </p:cNvSpPr>
          <p:nvPr>
            <p:ph type="dt" sz="half" idx="10"/>
          </p:nvPr>
        </p:nvSpPr>
        <p:spPr/>
        <p:txBody>
          <a:bodyPr/>
          <a:lstStyle>
            <a:lvl1pPr>
              <a:defRPr/>
            </a:lvl1pPr>
          </a:lstStyle>
          <a:p>
            <a:pPr>
              <a:defRPr/>
            </a:pPr>
            <a:fld id="{27A93D4D-9480-497A-9F39-6471EFB4ECF6}" type="datetimeFigureOut">
              <a:rPr lang="zh-CN" altLang="en-US"/>
              <a:t>2025/5/9</a:t>
            </a:fld>
            <a:endParaRPr lang="zh-CN" altLang="en-US"/>
          </a:p>
        </p:txBody>
      </p:sp>
      <p:sp>
        <p:nvSpPr>
          <p:cNvPr id="4" name="页脚占位符 4"/>
          <p:cNvSpPr>
            <a:spLocks noGrp="1"/>
          </p:cNvSpPr>
          <p:nvPr>
            <p:ph type="ftr" sz="quarter" idx="11"/>
          </p:nvPr>
        </p:nvSpPr>
        <p:spPr/>
        <p:txBody>
          <a:bodyPr/>
          <a:lstStyle>
            <a:lvl1pPr>
              <a:defRPr/>
            </a:lvl1pPr>
          </a:lstStyle>
          <a:p>
            <a:pPr>
              <a:defRPr/>
            </a:pPr>
            <a:endParaRPr lang="zh-CN" altLang="en-US"/>
          </a:p>
        </p:txBody>
      </p:sp>
      <p:sp>
        <p:nvSpPr>
          <p:cNvPr id="5" name="灯片编号占位符 5"/>
          <p:cNvSpPr>
            <a:spLocks noGrp="1"/>
          </p:cNvSpPr>
          <p:nvPr>
            <p:ph type="sldNum" sz="quarter" idx="12"/>
          </p:nvPr>
        </p:nvSpPr>
        <p:spPr/>
        <p:txBody>
          <a:bodyPr/>
          <a:lstStyle>
            <a:lvl1pPr>
              <a:defRPr/>
            </a:lvl1pPr>
          </a:lstStyle>
          <a:p>
            <a:pPr>
              <a:defRPr/>
            </a:pPr>
            <a:fld id="{E3051943-7203-40B8-B2DF-0C638B1B7B1E}" type="slidenum">
              <a:rPr lang="zh-CN" altLang="en-US"/>
              <a:t>‹#›</a:t>
            </a:fld>
            <a:endParaRPr lang="zh-CN" altLang="en-US"/>
          </a:p>
        </p:txBody>
      </p:sp>
    </p:spTree>
    <p:extLst>
      <p:ext uri="{BB962C8B-B14F-4D97-AF65-F5344CB8AC3E}">
        <p14:creationId xmlns:p14="http://schemas.microsoft.com/office/powerpoint/2010/main" val="303170239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
  <p:cSld name="1_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noProof="1"/>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noProof="1"/>
              <a:t>单击此处编辑母版副标题样式</a:t>
            </a:r>
          </a:p>
        </p:txBody>
      </p:sp>
      <p:sp>
        <p:nvSpPr>
          <p:cNvPr id="4" name="日期占位符 3"/>
          <p:cNvSpPr>
            <a:spLocks noGrp="1"/>
          </p:cNvSpPr>
          <p:nvPr>
            <p:ph type="dt" sz="half" idx="10"/>
          </p:nvPr>
        </p:nvSpPr>
        <p:spPr/>
        <p:txBody>
          <a:bodyPr/>
          <a:lstStyle>
            <a:lvl1pPr>
              <a:defRPr/>
            </a:lvl1pPr>
          </a:lstStyle>
          <a:p>
            <a:pPr>
              <a:defRPr/>
            </a:pPr>
            <a:fld id="{21148528-DDC5-4D19-BFC8-CB42405DD62D}" type="datetimeFigureOut">
              <a:rPr lang="zh-CN" altLang="en-US"/>
              <a:t>2025/5/9</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F0191D9A-5DF6-4F14-BB6F-FCDB2554D440}" type="slidenum">
              <a:rPr lang="zh-CN" altLang="en-US"/>
              <a:t>‹#›</a:t>
            </a:fld>
            <a:endParaRPr lang="zh-CN" altLang="en-US"/>
          </a:p>
        </p:txBody>
      </p:sp>
    </p:spTree>
    <p:extLst>
      <p:ext uri="{BB962C8B-B14F-4D97-AF65-F5344CB8AC3E}">
        <p14:creationId xmlns:p14="http://schemas.microsoft.com/office/powerpoint/2010/main" val="151656032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userDrawn="1">
  <p:cSld name="2_标题幻灯片">
    <p:spTree>
      <p:nvGrpSpPr>
        <p:cNvPr id="1" name=""/>
        <p:cNvGrpSpPr/>
        <p:nvPr/>
      </p:nvGrpSpPr>
      <p:grpSpPr>
        <a:xfrm>
          <a:off x="0" y="0"/>
          <a:ext cx="0" cy="0"/>
          <a:chOff x="0" y="0"/>
          <a:chExt cx="0" cy="0"/>
        </a:xfrm>
      </p:grpSpPr>
      <p:pic>
        <p:nvPicPr>
          <p:cNvPr id="30" name="图片 29">
            <a:extLst>
              <a:ext uri="{FF2B5EF4-FFF2-40B4-BE49-F238E27FC236}">
                <a16:creationId xmlns:a16="http://schemas.microsoft.com/office/drawing/2014/main" id="{BE84039B-5AD2-4FE8-9C55-CC268969DC3E}"/>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 y="0"/>
            <a:ext cx="12191999" cy="6858000"/>
          </a:xfrm>
          <a:prstGeom prst="rect">
            <a:avLst/>
          </a:prstGeom>
        </p:spPr>
      </p:pic>
      <p:grpSp>
        <p:nvGrpSpPr>
          <p:cNvPr id="34" name="组合 33">
            <a:extLst>
              <a:ext uri="{FF2B5EF4-FFF2-40B4-BE49-F238E27FC236}">
                <a16:creationId xmlns:a16="http://schemas.microsoft.com/office/drawing/2014/main" id="{11C2437D-1F2C-43D7-8557-54B3EDDE99CC}"/>
              </a:ext>
            </a:extLst>
          </p:cNvPr>
          <p:cNvGrpSpPr/>
          <p:nvPr userDrawn="1"/>
        </p:nvGrpSpPr>
        <p:grpSpPr>
          <a:xfrm>
            <a:off x="2688777" y="3219125"/>
            <a:ext cx="6814457" cy="419757"/>
            <a:chOff x="2690949" y="3219121"/>
            <a:chExt cx="6814457" cy="419757"/>
          </a:xfrm>
        </p:grpSpPr>
        <p:pic>
          <p:nvPicPr>
            <p:cNvPr id="35" name="图片 34">
              <a:extLst>
                <a:ext uri="{FF2B5EF4-FFF2-40B4-BE49-F238E27FC236}">
                  <a16:creationId xmlns:a16="http://schemas.microsoft.com/office/drawing/2014/main" id="{5E19E789-7242-4246-8794-FAB8B5D30C41}"/>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887883" y="3219121"/>
              <a:ext cx="420589" cy="419757"/>
            </a:xfrm>
            <a:prstGeom prst="rect">
              <a:avLst/>
            </a:prstGeom>
          </p:spPr>
        </p:pic>
        <p:cxnSp>
          <p:nvCxnSpPr>
            <p:cNvPr id="37" name="直接连接符 36">
              <a:extLst>
                <a:ext uri="{FF2B5EF4-FFF2-40B4-BE49-F238E27FC236}">
                  <a16:creationId xmlns:a16="http://schemas.microsoft.com/office/drawing/2014/main" id="{730C9705-6CBD-4674-9E86-DD8C59AF5B15}"/>
                </a:ext>
              </a:extLst>
            </p:cNvPr>
            <p:cNvCxnSpPr>
              <a:cxnSpLocks/>
            </p:cNvCxnSpPr>
            <p:nvPr/>
          </p:nvCxnSpPr>
          <p:spPr>
            <a:xfrm>
              <a:off x="2690949" y="3428999"/>
              <a:ext cx="3082834" cy="0"/>
            </a:xfrm>
            <a:prstGeom prst="line">
              <a:avLst/>
            </a:prstGeom>
            <a:ln w="381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9" name="直接连接符 38">
              <a:extLst>
                <a:ext uri="{FF2B5EF4-FFF2-40B4-BE49-F238E27FC236}">
                  <a16:creationId xmlns:a16="http://schemas.microsoft.com/office/drawing/2014/main" id="{F2231837-F48C-4FF7-A3A5-61FC61FC0C88}"/>
                </a:ext>
              </a:extLst>
            </p:cNvPr>
            <p:cNvCxnSpPr>
              <a:cxnSpLocks/>
            </p:cNvCxnSpPr>
            <p:nvPr/>
          </p:nvCxnSpPr>
          <p:spPr>
            <a:xfrm>
              <a:off x="6422572" y="3428999"/>
              <a:ext cx="3082834" cy="0"/>
            </a:xfrm>
            <a:prstGeom prst="line">
              <a:avLst/>
            </a:prstGeom>
            <a:ln w="38100">
              <a:solidFill>
                <a:schemeClr val="bg1"/>
              </a:solidFill>
            </a:ln>
          </p:spPr>
          <p:style>
            <a:lnRef idx="1">
              <a:schemeClr val="accent1"/>
            </a:lnRef>
            <a:fillRef idx="0">
              <a:schemeClr val="accent1"/>
            </a:fillRef>
            <a:effectRef idx="0">
              <a:schemeClr val="accent1"/>
            </a:effectRef>
            <a:fontRef idx="minor">
              <a:schemeClr val="tx1"/>
            </a:fontRef>
          </p:style>
        </p:cxnSp>
      </p:grpSp>
      <p:sp>
        <p:nvSpPr>
          <p:cNvPr id="12" name="文本占位符 13"/>
          <p:cNvSpPr>
            <a:spLocks noGrp="1"/>
          </p:cNvSpPr>
          <p:nvPr userDrawn="1">
            <p:ph type="body" sz="quarter" idx="10" hasCustomPrompt="1"/>
          </p:nvPr>
        </p:nvSpPr>
        <p:spPr>
          <a:xfrm>
            <a:off x="5073428" y="3647274"/>
            <a:ext cx="2045144" cy="430374"/>
          </a:xfrm>
          <a:prstGeom prst="rect">
            <a:avLst/>
          </a:prstGeom>
        </p:spPr>
        <p:txBody>
          <a:bodyPr lIns="90000" anchor="ctr">
            <a:spAutoFit/>
          </a:bodyPr>
          <a:lstStyle>
            <a:lvl1pPr marL="0" indent="0" algn="ctr">
              <a:buNone/>
              <a:defRPr sz="2000" b="0">
                <a:solidFill>
                  <a:schemeClr val="bg1"/>
                </a:solidFill>
                <a:latin typeface="+mj-ea"/>
                <a:ea typeface="+mj-ea"/>
              </a:defRPr>
            </a:lvl1pPr>
            <a:lvl2pPr marL="257150" indent="0">
              <a:buNone/>
              <a:defRPr/>
            </a:lvl2pPr>
            <a:lvl3pPr marL="514298" indent="0">
              <a:buNone/>
              <a:defRPr/>
            </a:lvl3pPr>
            <a:lvl4pPr marL="771447" indent="0">
              <a:buNone/>
              <a:defRPr/>
            </a:lvl4pPr>
            <a:lvl5pPr marL="1028598" indent="0">
              <a:buNone/>
              <a:defRPr/>
            </a:lvl5pPr>
          </a:lstStyle>
          <a:p>
            <a:pPr lvl="0"/>
            <a:r>
              <a:rPr lang="zh-CN" altLang="en-US" dirty="0"/>
              <a:t>姓名</a:t>
            </a:r>
            <a:endParaRPr lang="en-US" altLang="zh-CN" dirty="0"/>
          </a:p>
        </p:txBody>
      </p:sp>
      <p:sp>
        <p:nvSpPr>
          <p:cNvPr id="2" name="标题 1">
            <a:extLst>
              <a:ext uri="{FF2B5EF4-FFF2-40B4-BE49-F238E27FC236}">
                <a16:creationId xmlns:a16="http://schemas.microsoft.com/office/drawing/2014/main" id="{88256358-4A2F-40C5-B7AC-9D3BEBD027A2}"/>
              </a:ext>
            </a:extLst>
          </p:cNvPr>
          <p:cNvSpPr>
            <a:spLocks noGrp="1"/>
          </p:cNvSpPr>
          <p:nvPr>
            <p:ph type="title"/>
          </p:nvPr>
        </p:nvSpPr>
        <p:spPr>
          <a:xfrm>
            <a:off x="669925" y="2365221"/>
            <a:ext cx="10850563" cy="871008"/>
          </a:xfrm>
          <a:prstGeom prst="rect">
            <a:avLst/>
          </a:prstGeom>
        </p:spPr>
        <p:txBody>
          <a:bodyPr lIns="90000">
            <a:spAutoFit/>
          </a:bodyPr>
          <a:lstStyle>
            <a:lvl1pPr algn="ctr">
              <a:defRPr sz="5400" kern="0" spc="281" baseline="0">
                <a:solidFill>
                  <a:schemeClr val="bg1"/>
                </a:solidFill>
              </a:defRPr>
            </a:lvl1pPr>
          </a:lstStyle>
          <a:p>
            <a:r>
              <a:rPr lang="zh-CN" altLang="en-US" dirty="0"/>
              <a:t>单击此处编辑母版标题样式</a:t>
            </a:r>
          </a:p>
        </p:txBody>
      </p:sp>
      <p:grpSp>
        <p:nvGrpSpPr>
          <p:cNvPr id="3" name="组合 2">
            <a:extLst>
              <a:ext uri="{FF2B5EF4-FFF2-40B4-BE49-F238E27FC236}">
                <a16:creationId xmlns:a16="http://schemas.microsoft.com/office/drawing/2014/main" id="{12B3B951-03DF-4D1E-A187-949C9B0F1751}"/>
              </a:ext>
            </a:extLst>
          </p:cNvPr>
          <p:cNvGrpSpPr/>
          <p:nvPr userDrawn="1"/>
        </p:nvGrpSpPr>
        <p:grpSpPr>
          <a:xfrm>
            <a:off x="8618653" y="4984753"/>
            <a:ext cx="2901835" cy="1362580"/>
            <a:chOff x="8135105" y="4556448"/>
            <a:chExt cx="3720862" cy="1747159"/>
          </a:xfrm>
        </p:grpSpPr>
        <p:pic>
          <p:nvPicPr>
            <p:cNvPr id="33" name="图片 32">
              <a:extLst>
                <a:ext uri="{FF2B5EF4-FFF2-40B4-BE49-F238E27FC236}">
                  <a16:creationId xmlns:a16="http://schemas.microsoft.com/office/drawing/2014/main" id="{6F09F481-6DD2-4231-A8F1-33EA89BC9EC4}"/>
                </a:ext>
              </a:extLst>
            </p:cNvPr>
            <p:cNvPicPr>
              <a:picLocks noChangeAspect="1"/>
            </p:cNvPicPr>
            <p:nvPr/>
          </p:nvPicPr>
          <p:blipFill>
            <a:blip r:embed="rId4" cstate="print">
              <a:biLevel thresh="25000"/>
              <a:extLst>
                <a:ext uri="{28A0092B-C50C-407E-A947-70E740481C1C}">
                  <a14:useLocalDpi xmlns:a14="http://schemas.microsoft.com/office/drawing/2010/main" val="0"/>
                </a:ext>
              </a:extLst>
            </a:blip>
            <a:stretch>
              <a:fillRect/>
            </a:stretch>
          </p:blipFill>
          <p:spPr>
            <a:xfrm>
              <a:off x="8135105" y="4918783"/>
              <a:ext cx="1387293" cy="1384823"/>
            </a:xfrm>
            <a:prstGeom prst="rect">
              <a:avLst/>
            </a:prstGeom>
            <a:effectLst>
              <a:outerShdw blurRad="63500" sx="102000" sy="102000" algn="ctr" rotWithShape="0">
                <a:prstClr val="black">
                  <a:alpha val="40000"/>
                </a:prstClr>
              </a:outerShdw>
            </a:effectLst>
          </p:spPr>
        </p:pic>
        <p:pic>
          <p:nvPicPr>
            <p:cNvPr id="15" name="图片 14">
              <a:extLst>
                <a:ext uri="{FF2B5EF4-FFF2-40B4-BE49-F238E27FC236}">
                  <a16:creationId xmlns:a16="http://schemas.microsoft.com/office/drawing/2014/main" id="{2E2106D5-3EDD-4A0E-B824-31BD5F59A937}"/>
                </a:ext>
              </a:extLst>
            </p:cNvPr>
            <p:cNvPicPr>
              <a:picLocks noChangeAspect="1"/>
            </p:cNvPicPr>
            <p:nvPr userDrawn="1"/>
          </p:nvPicPr>
          <p:blipFill>
            <a:blip r:embed="rId5">
              <a:biLevel thresh="25000"/>
              <a:extLst>
                <a:ext uri="{28A0092B-C50C-407E-A947-70E740481C1C}">
                  <a14:useLocalDpi xmlns:a14="http://schemas.microsoft.com/office/drawing/2010/main" val="0"/>
                </a:ext>
              </a:extLst>
            </a:blip>
            <a:stretch>
              <a:fillRect/>
            </a:stretch>
          </p:blipFill>
          <p:spPr>
            <a:xfrm>
              <a:off x="9947723" y="4556448"/>
              <a:ext cx="1908244" cy="1747159"/>
            </a:xfrm>
            <a:prstGeom prst="rect">
              <a:avLst/>
            </a:prstGeom>
            <a:effectLst>
              <a:outerShdw blurRad="63500" sx="102000" sy="102000" algn="ctr" rotWithShape="0">
                <a:prstClr val="black">
                  <a:alpha val="40000"/>
                </a:prstClr>
              </a:outerShdw>
            </a:effectLst>
          </p:spPr>
        </p:pic>
      </p:grpSp>
      <p:sp>
        <p:nvSpPr>
          <p:cNvPr id="13" name="文本占位符 13">
            <a:extLst>
              <a:ext uri="{FF2B5EF4-FFF2-40B4-BE49-F238E27FC236}">
                <a16:creationId xmlns:a16="http://schemas.microsoft.com/office/drawing/2014/main" id="{643AF6B0-A401-453D-A5DB-9699531C32DD}"/>
              </a:ext>
            </a:extLst>
          </p:cNvPr>
          <p:cNvSpPr>
            <a:spLocks noGrp="1"/>
          </p:cNvSpPr>
          <p:nvPr>
            <p:ph type="body" sz="quarter" idx="11" hasCustomPrompt="1"/>
          </p:nvPr>
        </p:nvSpPr>
        <p:spPr>
          <a:xfrm>
            <a:off x="5072634" y="4080731"/>
            <a:ext cx="2045144" cy="430374"/>
          </a:xfrm>
          <a:prstGeom prst="rect">
            <a:avLst/>
          </a:prstGeom>
        </p:spPr>
        <p:txBody>
          <a:bodyPr lIns="90000" anchor="ctr">
            <a:spAutoFit/>
          </a:bodyPr>
          <a:lstStyle>
            <a:lvl1pPr marL="0" indent="0" algn="ctr">
              <a:buNone/>
              <a:defRPr sz="2000" b="0">
                <a:solidFill>
                  <a:schemeClr val="bg1"/>
                </a:solidFill>
                <a:latin typeface="+mj-ea"/>
                <a:ea typeface="+mj-ea"/>
              </a:defRPr>
            </a:lvl1pPr>
            <a:lvl2pPr marL="257150" indent="0">
              <a:buNone/>
              <a:defRPr/>
            </a:lvl2pPr>
            <a:lvl3pPr marL="514298" indent="0">
              <a:buNone/>
              <a:defRPr/>
            </a:lvl3pPr>
            <a:lvl4pPr marL="771447" indent="0">
              <a:buNone/>
              <a:defRPr/>
            </a:lvl4pPr>
            <a:lvl5pPr marL="1028598" indent="0">
              <a:buNone/>
              <a:defRPr/>
            </a:lvl5pPr>
          </a:lstStyle>
          <a:p>
            <a:pPr lvl="0"/>
            <a:r>
              <a:rPr lang="zh-CN" altLang="en-US" dirty="0"/>
              <a:t>日期</a:t>
            </a:r>
            <a:endParaRPr lang="en-US" altLang="zh-CN" dirty="0"/>
          </a:p>
        </p:txBody>
      </p:sp>
    </p:spTree>
    <p:extLst>
      <p:ext uri="{BB962C8B-B14F-4D97-AF65-F5344CB8AC3E}">
        <p14:creationId xmlns:p14="http://schemas.microsoft.com/office/powerpoint/2010/main" val="61105847"/>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image" Target="../media/image3.png"/></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8.xml"/><Relationship Id="rId7" Type="http://schemas.openxmlformats.org/officeDocument/2006/relationships/image" Target="../media/image7.png"/><Relationship Id="rId2" Type="http://schemas.openxmlformats.org/officeDocument/2006/relationships/slideLayout" Target="../slideLayouts/slideLayout7.xml"/><Relationship Id="rId1" Type="http://schemas.openxmlformats.org/officeDocument/2006/relationships/slideLayout" Target="../slideLayouts/slideLayout6.xml"/><Relationship Id="rId6" Type="http://schemas.openxmlformats.org/officeDocument/2006/relationships/image" Target="../media/image6.png"/><Relationship Id="rId5" Type="http://schemas.openxmlformats.org/officeDocument/2006/relationships/theme" Target="../theme/theme2.xml"/><Relationship Id="rId4"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9" name="iṡḻîdê">
            <a:extLst>
              <a:ext uri="{FF2B5EF4-FFF2-40B4-BE49-F238E27FC236}">
                <a16:creationId xmlns:a16="http://schemas.microsoft.com/office/drawing/2014/main" id="{22414AB5-E824-47B1-8A23-33583F888214}"/>
              </a:ext>
            </a:extLst>
          </p:cNvPr>
          <p:cNvSpPr/>
          <p:nvPr userDrawn="1"/>
        </p:nvSpPr>
        <p:spPr>
          <a:xfrm>
            <a:off x="-795" y="0"/>
            <a:ext cx="12192000" cy="900000"/>
          </a:xfrm>
          <a:prstGeom prst="rect">
            <a:avLst/>
          </a:prstGeom>
          <a:solidFill>
            <a:srgbClr val="0E419C"/>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srgbClr val="FFFFFF"/>
              </a:solidFill>
              <a:effectLst/>
              <a:uLnTx/>
              <a:uFillTx/>
              <a:latin typeface="Arial"/>
              <a:ea typeface="微软雅黑"/>
              <a:cs typeface="+mn-cs"/>
            </a:endParaRPr>
          </a:p>
        </p:txBody>
      </p:sp>
      <p:grpSp>
        <p:nvGrpSpPr>
          <p:cNvPr id="23" name="组合 22">
            <a:extLst>
              <a:ext uri="{FF2B5EF4-FFF2-40B4-BE49-F238E27FC236}">
                <a16:creationId xmlns:a16="http://schemas.microsoft.com/office/drawing/2014/main" id="{9AE24DC6-6B85-4B9C-998C-45CFE3706826}"/>
              </a:ext>
            </a:extLst>
          </p:cNvPr>
          <p:cNvGrpSpPr>
            <a:grpSpLocks noChangeAspect="1"/>
          </p:cNvGrpSpPr>
          <p:nvPr userDrawn="1"/>
        </p:nvGrpSpPr>
        <p:grpSpPr>
          <a:xfrm>
            <a:off x="8826348" y="359532"/>
            <a:ext cx="1081927" cy="1079438"/>
            <a:chOff x="10603347" y="160096"/>
            <a:chExt cx="1442569" cy="1439251"/>
          </a:xfrm>
        </p:grpSpPr>
        <p:pic>
          <p:nvPicPr>
            <p:cNvPr id="20" name="图片 19">
              <a:extLst>
                <a:ext uri="{FF2B5EF4-FFF2-40B4-BE49-F238E27FC236}">
                  <a16:creationId xmlns:a16="http://schemas.microsoft.com/office/drawing/2014/main" id="{64830B2D-B974-48D1-A40B-7E3E2AEE81A9}"/>
                </a:ext>
              </a:extLst>
            </p:cNvPr>
            <p:cNvPicPr>
              <a:picLocks noChangeAspect="1"/>
            </p:cNvPicPr>
            <p:nvPr userDrawn="1"/>
          </p:nvPicPr>
          <p:blipFill rotWithShape="1">
            <a:blip r:embed="rId7" cstate="print">
              <a:biLevel thresh="25000"/>
              <a:extLst>
                <a:ext uri="{28A0092B-C50C-407E-A947-70E740481C1C}">
                  <a14:useLocalDpi xmlns:a14="http://schemas.microsoft.com/office/drawing/2010/main" val="0"/>
                </a:ext>
              </a:extLst>
            </a:blip>
            <a:srcRect b="50165"/>
            <a:stretch/>
          </p:blipFill>
          <p:spPr>
            <a:xfrm>
              <a:off x="10603347" y="160096"/>
              <a:ext cx="1442569" cy="717627"/>
            </a:xfrm>
            <a:prstGeom prst="rect">
              <a:avLst/>
            </a:prstGeom>
            <a:effectLst>
              <a:outerShdw blurRad="50800" dist="38100" dir="16200000" rotWithShape="0">
                <a:prstClr val="black">
                  <a:alpha val="40000"/>
                </a:prstClr>
              </a:outerShdw>
            </a:effectLst>
          </p:spPr>
        </p:pic>
        <p:pic>
          <p:nvPicPr>
            <p:cNvPr id="22" name="图片 21">
              <a:extLst>
                <a:ext uri="{FF2B5EF4-FFF2-40B4-BE49-F238E27FC236}">
                  <a16:creationId xmlns:a16="http://schemas.microsoft.com/office/drawing/2014/main" id="{330185D7-A2B7-4C0D-88C3-00C11BEAC0DF}"/>
                </a:ext>
              </a:extLst>
            </p:cNvPr>
            <p:cNvPicPr>
              <a:picLocks noChangeAspect="1"/>
            </p:cNvPicPr>
            <p:nvPr userDrawn="1"/>
          </p:nvPicPr>
          <p:blipFill rotWithShape="1">
            <a:blip r:embed="rId7" cstate="print">
              <a:extLst>
                <a:ext uri="{28A0092B-C50C-407E-A947-70E740481C1C}">
                  <a14:useLocalDpi xmlns:a14="http://schemas.microsoft.com/office/drawing/2010/main" val="0"/>
                </a:ext>
              </a:extLst>
            </a:blip>
            <a:srcRect t="50053" b="-1"/>
            <a:stretch/>
          </p:blipFill>
          <p:spPr>
            <a:xfrm>
              <a:off x="10603347" y="880096"/>
              <a:ext cx="1442569" cy="719251"/>
            </a:xfrm>
            <a:prstGeom prst="rect">
              <a:avLst/>
            </a:prstGeom>
          </p:spPr>
        </p:pic>
      </p:grpSp>
      <p:sp>
        <p:nvSpPr>
          <p:cNvPr id="24" name="标题占位符 23">
            <a:extLst>
              <a:ext uri="{FF2B5EF4-FFF2-40B4-BE49-F238E27FC236}">
                <a16:creationId xmlns:a16="http://schemas.microsoft.com/office/drawing/2014/main" id="{224CACCB-BA36-41A1-85D8-58DFF25BF21C}"/>
              </a:ext>
            </a:extLst>
          </p:cNvPr>
          <p:cNvSpPr>
            <a:spLocks noGrp="1"/>
          </p:cNvSpPr>
          <p:nvPr>
            <p:ph type="title"/>
          </p:nvPr>
        </p:nvSpPr>
        <p:spPr>
          <a:xfrm>
            <a:off x="795" y="-749"/>
            <a:ext cx="12191205" cy="899250"/>
          </a:xfrm>
          <a:prstGeom prst="rect">
            <a:avLst/>
          </a:prstGeom>
        </p:spPr>
        <p:txBody>
          <a:bodyPr vert="horz" lIns="360000" tIns="45720" rIns="91440" bIns="45720" rtlCol="0" anchor="ctr">
            <a:normAutofit/>
          </a:bodyPr>
          <a:lstStyle/>
          <a:p>
            <a:r>
              <a:rPr lang="zh-CN" altLang="en-US" dirty="0"/>
              <a:t>单击此处编辑母版标题样式</a:t>
            </a:r>
          </a:p>
        </p:txBody>
      </p:sp>
      <p:sp>
        <p:nvSpPr>
          <p:cNvPr id="25" name="文本占位符 24">
            <a:extLst>
              <a:ext uri="{FF2B5EF4-FFF2-40B4-BE49-F238E27FC236}">
                <a16:creationId xmlns:a16="http://schemas.microsoft.com/office/drawing/2014/main" id="{331E44DE-15A5-4365-B279-9892018F2226}"/>
              </a:ext>
            </a:extLst>
          </p:cNvPr>
          <p:cNvSpPr>
            <a:spLocks noGrp="1"/>
          </p:cNvSpPr>
          <p:nvPr>
            <p:ph type="body" idx="1"/>
          </p:nvPr>
        </p:nvSpPr>
        <p:spPr>
          <a:xfrm>
            <a:off x="360000" y="1074057"/>
            <a:ext cx="11469600" cy="5107668"/>
          </a:xfrm>
          <a:prstGeom prst="rect">
            <a:avLst/>
          </a:prstGeom>
        </p:spPr>
        <p:txBody>
          <a:bodyPr vert="horz" lIns="90000" tIns="45720" rIns="91440" bIns="45720" rtlCol="0">
            <a:normAutofit/>
          </a:bodyPr>
          <a:lstStyle/>
          <a:p>
            <a:pPr lvl="0"/>
            <a:r>
              <a:rPr lang="zh-CN" altLang="en-US" dirty="0"/>
              <a:t>单击此处编辑母版文本样式</a:t>
            </a:r>
          </a:p>
          <a:p>
            <a:pPr lvl="1"/>
            <a:r>
              <a:rPr lang="zh-CN" altLang="en-US" dirty="0"/>
              <a:t>二级</a:t>
            </a:r>
          </a:p>
          <a:p>
            <a:pPr lvl="2"/>
            <a:r>
              <a:rPr lang="zh-CN" altLang="en-US" dirty="0"/>
              <a:t>三级</a:t>
            </a:r>
          </a:p>
          <a:p>
            <a:pPr lvl="3"/>
            <a:r>
              <a:rPr lang="zh-CN" altLang="en-US" dirty="0"/>
              <a:t>四级</a:t>
            </a:r>
          </a:p>
          <a:p>
            <a:pPr lvl="4"/>
            <a:r>
              <a:rPr lang="zh-CN" altLang="en-US" dirty="0"/>
              <a:t>五级</a:t>
            </a:r>
          </a:p>
        </p:txBody>
      </p:sp>
      <p:grpSp>
        <p:nvGrpSpPr>
          <p:cNvPr id="47" name="组合 46">
            <a:extLst>
              <a:ext uri="{FF2B5EF4-FFF2-40B4-BE49-F238E27FC236}">
                <a16:creationId xmlns:a16="http://schemas.microsoft.com/office/drawing/2014/main" id="{D8065251-9E0F-490D-90F0-B68C0A56478C}"/>
              </a:ext>
            </a:extLst>
          </p:cNvPr>
          <p:cNvGrpSpPr/>
          <p:nvPr userDrawn="1"/>
        </p:nvGrpSpPr>
        <p:grpSpPr>
          <a:xfrm>
            <a:off x="10270279" y="71440"/>
            <a:ext cx="1510508" cy="1367531"/>
            <a:chOff x="2711069" y="2887782"/>
            <a:chExt cx="1179832" cy="1081217"/>
          </a:xfrm>
        </p:grpSpPr>
        <p:pic>
          <p:nvPicPr>
            <p:cNvPr id="43" name="图片 42">
              <a:extLst>
                <a:ext uri="{FF2B5EF4-FFF2-40B4-BE49-F238E27FC236}">
                  <a16:creationId xmlns:a16="http://schemas.microsoft.com/office/drawing/2014/main" id="{F5FFB354-A1AE-4EA3-8A4E-1FD63BBAA73E}"/>
                </a:ext>
              </a:extLst>
            </p:cNvPr>
            <p:cNvPicPr>
              <a:picLocks noChangeAspect="1"/>
            </p:cNvPicPr>
            <p:nvPr userDrawn="1"/>
          </p:nvPicPr>
          <p:blipFill rotWithShape="1">
            <a:blip r:embed="rId8">
              <a:extLst>
                <a:ext uri="{28A0092B-C50C-407E-A947-70E740481C1C}">
                  <a14:useLocalDpi xmlns:a14="http://schemas.microsoft.com/office/drawing/2010/main" val="0"/>
                </a:ext>
              </a:extLst>
            </a:blip>
            <a:srcRect t="60388"/>
            <a:stretch/>
          </p:blipFill>
          <p:spPr>
            <a:xfrm>
              <a:off x="2711069" y="3541093"/>
              <a:ext cx="1179832" cy="427906"/>
            </a:xfrm>
            <a:prstGeom prst="rect">
              <a:avLst/>
            </a:prstGeom>
          </p:spPr>
        </p:pic>
        <p:pic>
          <p:nvPicPr>
            <p:cNvPr id="46" name="图片 45">
              <a:extLst>
                <a:ext uri="{FF2B5EF4-FFF2-40B4-BE49-F238E27FC236}">
                  <a16:creationId xmlns:a16="http://schemas.microsoft.com/office/drawing/2014/main" id="{6F4D1234-A0AD-4299-B669-B375A2F1D902}"/>
                </a:ext>
              </a:extLst>
            </p:cNvPr>
            <p:cNvPicPr>
              <a:picLocks noChangeAspect="1"/>
            </p:cNvPicPr>
            <p:nvPr userDrawn="1"/>
          </p:nvPicPr>
          <p:blipFill rotWithShape="1">
            <a:blip r:embed="rId9">
              <a:biLevel thresh="25000"/>
              <a:extLst>
                <a:ext uri="{28A0092B-C50C-407E-A947-70E740481C1C}">
                  <a14:useLocalDpi xmlns:a14="http://schemas.microsoft.com/office/drawing/2010/main" val="0"/>
                </a:ext>
              </a:extLst>
            </a:blip>
            <a:srcRect t="-2" b="39510"/>
            <a:stretch/>
          </p:blipFill>
          <p:spPr>
            <a:xfrm>
              <a:off x="2711069" y="2887782"/>
              <a:ext cx="1179575" cy="653312"/>
            </a:xfrm>
            <a:prstGeom prst="rect">
              <a:avLst/>
            </a:prstGeom>
            <a:effectLst>
              <a:outerShdw blurRad="50800" dist="38100" dir="16200000" rotWithShape="0">
                <a:prstClr val="black">
                  <a:alpha val="40000"/>
                </a:prstClr>
              </a:outerShdw>
            </a:effectLst>
          </p:spPr>
        </p:pic>
      </p:grpSp>
      <p:sp>
        <p:nvSpPr>
          <p:cNvPr id="2" name="日期占位符 1">
            <a:extLst>
              <a:ext uri="{FF2B5EF4-FFF2-40B4-BE49-F238E27FC236}">
                <a16:creationId xmlns:a16="http://schemas.microsoft.com/office/drawing/2014/main" id="{DDB3B3C5-8B04-4FC6-A86F-DFC0C0A7DB46}"/>
              </a:ext>
            </a:extLst>
          </p:cNvPr>
          <p:cNvSpPr>
            <a:spLocks noGrp="1"/>
          </p:cNvSpPr>
          <p:nvPr>
            <p:ph type="dt" sz="half" idx="2"/>
          </p:nvPr>
        </p:nvSpPr>
        <p:spPr>
          <a:xfrm>
            <a:off x="360000" y="6356350"/>
            <a:ext cx="2743200" cy="365125"/>
          </a:xfrm>
          <a:prstGeom prst="rect">
            <a:avLst/>
          </a:prstGeom>
        </p:spPr>
        <p:txBody>
          <a:bodyPr vert="horz" lIns="91440" tIns="45720" rIns="91440" bIns="45720" rtlCol="0" anchor="ctr"/>
          <a:lstStyle>
            <a:lvl1pPr algn="l">
              <a:defRPr sz="1400">
                <a:solidFill>
                  <a:schemeClr val="tx1">
                    <a:tint val="75000"/>
                  </a:schemeClr>
                </a:solidFill>
              </a:defRPr>
            </a:lvl1pPr>
          </a:lstStyle>
          <a:p>
            <a:fld id="{1EF39177-1AFC-4787-9855-F454B087F11A}" type="datetime1">
              <a:rPr lang="zh-CN" altLang="en-US" smtClean="0"/>
              <a:t>2025/5/9</a:t>
            </a:fld>
            <a:endParaRPr lang="zh-CN" altLang="en-US" dirty="0"/>
          </a:p>
        </p:txBody>
      </p:sp>
      <p:sp>
        <p:nvSpPr>
          <p:cNvPr id="3" name="页脚占位符 2">
            <a:extLst>
              <a:ext uri="{FF2B5EF4-FFF2-40B4-BE49-F238E27FC236}">
                <a16:creationId xmlns:a16="http://schemas.microsoft.com/office/drawing/2014/main" id="{0A42E618-7606-4DB9-AA0D-2D2A8DD2184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400">
                <a:solidFill>
                  <a:schemeClr val="tx1">
                    <a:tint val="75000"/>
                  </a:schemeClr>
                </a:solidFill>
              </a:defRPr>
            </a:lvl1pPr>
          </a:lstStyle>
          <a:p>
            <a:r>
              <a:rPr lang="zh-CN" altLang="en-US" dirty="0"/>
              <a:t>复旦大学电子和光电信息实验教学中心</a:t>
            </a:r>
          </a:p>
        </p:txBody>
      </p:sp>
      <p:sp>
        <p:nvSpPr>
          <p:cNvPr id="4" name="灯片编号占位符 3">
            <a:extLst>
              <a:ext uri="{FF2B5EF4-FFF2-40B4-BE49-F238E27FC236}">
                <a16:creationId xmlns:a16="http://schemas.microsoft.com/office/drawing/2014/main" id="{481DC3B4-8441-4D1E-BF29-5AF87BC1387D}"/>
              </a:ext>
            </a:extLst>
          </p:cNvPr>
          <p:cNvSpPr>
            <a:spLocks noGrp="1"/>
          </p:cNvSpPr>
          <p:nvPr>
            <p:ph type="sldNum" sz="quarter" idx="4"/>
          </p:nvPr>
        </p:nvSpPr>
        <p:spPr>
          <a:xfrm>
            <a:off x="9086400" y="6355782"/>
            <a:ext cx="2743200" cy="365125"/>
          </a:xfrm>
          <a:prstGeom prst="rect">
            <a:avLst/>
          </a:prstGeom>
        </p:spPr>
        <p:txBody>
          <a:bodyPr vert="horz" lIns="91440" tIns="45720" rIns="91440" bIns="45720" rtlCol="0" anchor="ctr"/>
          <a:lstStyle>
            <a:lvl1pPr algn="r">
              <a:defRPr sz="1400">
                <a:solidFill>
                  <a:schemeClr val="tx1">
                    <a:tint val="75000"/>
                  </a:schemeClr>
                </a:solidFill>
              </a:defRPr>
            </a:lvl1pPr>
          </a:lstStyle>
          <a:p>
            <a:fld id="{6D8B21D9-4410-4C44-A256-F6FC7FD8C1AC}" type="slidenum">
              <a:rPr lang="zh-CN" altLang="en-US" smtClean="0"/>
              <a:pPr/>
              <a:t>‹#›</a:t>
            </a:fld>
            <a:endParaRPr lang="zh-CN" altLang="en-US" dirty="0"/>
          </a:p>
        </p:txBody>
      </p:sp>
    </p:spTree>
    <p:extLst>
      <p:ext uri="{BB962C8B-B14F-4D97-AF65-F5344CB8AC3E}">
        <p14:creationId xmlns:p14="http://schemas.microsoft.com/office/powerpoint/2010/main" val="2278139446"/>
      </p:ext>
    </p:extLst>
  </p:cSld>
  <p:clrMap bg1="lt1" tx1="dk1" bg2="lt2" tx2="dk2" accent1="accent1" accent2="accent2" accent3="accent3" accent4="accent4" accent5="accent5" accent6="accent6" hlink="hlink" folHlink="folHlink"/>
  <p:sldLayoutIdLst>
    <p:sldLayoutId id="2147483661" r:id="rId1"/>
    <p:sldLayoutId id="2147483663" r:id="rId2"/>
    <p:sldLayoutId id="2147483667" r:id="rId3"/>
    <p:sldLayoutId id="2147483664" r:id="rId4"/>
    <p:sldLayoutId id="2147483673" r:id="rId5"/>
  </p:sldLayoutIdLst>
  <p:hf hdr="0"/>
  <p:txStyles>
    <p:titleStyle>
      <a:lvl1pPr algn="l" defTabSz="514300" rtl="0" eaLnBrk="1" latinLnBrk="0" hangingPunct="1">
        <a:lnSpc>
          <a:spcPct val="90000"/>
        </a:lnSpc>
        <a:spcBef>
          <a:spcPct val="0"/>
        </a:spcBef>
        <a:buNone/>
        <a:defRPr sz="2800" b="1" kern="1200">
          <a:solidFill>
            <a:schemeClr val="bg1"/>
          </a:solidFill>
          <a:latin typeface="+mj-lt"/>
          <a:ea typeface="+mj-ea"/>
          <a:cs typeface="+mj-cs"/>
        </a:defRPr>
      </a:lvl1pPr>
    </p:titleStyle>
    <p:bodyStyle>
      <a:lvl1pPr marL="180000" indent="-180000" algn="l" defTabSz="514300" rtl="0" eaLnBrk="1" latinLnBrk="0" hangingPunct="1">
        <a:lnSpc>
          <a:spcPct val="120000"/>
        </a:lnSpc>
        <a:spcBef>
          <a:spcPts val="563"/>
        </a:spcBef>
        <a:buSzPct val="108000"/>
        <a:buFont typeface="Arial" panose="020B0604020202020204" pitchFamily="34" charset="0"/>
        <a:buChar char="•"/>
        <a:defRPr sz="2800" kern="1200">
          <a:solidFill>
            <a:schemeClr val="tx1"/>
          </a:solidFill>
          <a:latin typeface="+mj-ea"/>
          <a:ea typeface="+mj-ea"/>
          <a:cs typeface="+mn-cs"/>
        </a:defRPr>
      </a:lvl1pPr>
      <a:lvl2pPr marL="432000" indent="-180000" algn="just" defTabSz="514300" rtl="0" eaLnBrk="1" latinLnBrk="0" hangingPunct="1">
        <a:lnSpc>
          <a:spcPct val="120000"/>
        </a:lnSpc>
        <a:spcBef>
          <a:spcPts val="281"/>
        </a:spcBef>
        <a:buSzPct val="108000"/>
        <a:buFont typeface="Arial" panose="020B0604020202020204" pitchFamily="34" charset="0"/>
        <a:buChar char="•"/>
        <a:defRPr sz="2800" b="1" kern="1200">
          <a:solidFill>
            <a:schemeClr val="tx1"/>
          </a:solidFill>
          <a:latin typeface="+mn-lt"/>
          <a:ea typeface="+mn-ea"/>
          <a:cs typeface="+mn-cs"/>
        </a:defRPr>
      </a:lvl2pPr>
      <a:lvl3pPr marL="648000" indent="-180000" algn="l" defTabSz="514300" rtl="0" eaLnBrk="1" latinLnBrk="0" hangingPunct="1">
        <a:lnSpc>
          <a:spcPct val="120000"/>
        </a:lnSpc>
        <a:spcBef>
          <a:spcPts val="281"/>
        </a:spcBef>
        <a:buSzPct val="108000"/>
        <a:buFont typeface="Arial" panose="020B0604020202020204" pitchFamily="34" charset="0"/>
        <a:buChar char="•"/>
        <a:defRPr sz="2400" b="1" kern="1200">
          <a:solidFill>
            <a:schemeClr val="tx1"/>
          </a:solidFill>
          <a:latin typeface="+mn-lt"/>
          <a:ea typeface="+mn-ea"/>
          <a:cs typeface="+mn-cs"/>
        </a:defRPr>
      </a:lvl3pPr>
      <a:lvl4pPr marL="900024" indent="-180000" algn="l" defTabSz="514300" rtl="0" eaLnBrk="1" latinLnBrk="0" hangingPunct="1">
        <a:lnSpc>
          <a:spcPct val="120000"/>
        </a:lnSpc>
        <a:spcBef>
          <a:spcPts val="281"/>
        </a:spcBef>
        <a:buSzPct val="108000"/>
        <a:buFont typeface="Arial" panose="020B0604020202020204" pitchFamily="34" charset="0"/>
        <a:buChar char="•"/>
        <a:defRPr sz="2400" kern="1200">
          <a:solidFill>
            <a:schemeClr val="tx1"/>
          </a:solidFill>
          <a:latin typeface="+mn-lt"/>
          <a:ea typeface="+mn-ea"/>
          <a:cs typeface="+mn-cs"/>
        </a:defRPr>
      </a:lvl4pPr>
      <a:lvl5pPr marL="1157174" indent="-180000" algn="l" defTabSz="514300" rtl="0" eaLnBrk="1" latinLnBrk="0" hangingPunct="1">
        <a:lnSpc>
          <a:spcPct val="120000"/>
        </a:lnSpc>
        <a:spcBef>
          <a:spcPts val="281"/>
        </a:spcBef>
        <a:buSzPct val="108000"/>
        <a:buFont typeface="Arial" panose="020B0604020202020204" pitchFamily="34" charset="0"/>
        <a:buChar char="•"/>
        <a:defRPr sz="2000" kern="1200">
          <a:solidFill>
            <a:schemeClr val="tx1"/>
          </a:solidFill>
          <a:latin typeface="+mn-lt"/>
          <a:ea typeface="+mn-ea"/>
          <a:cs typeface="+mn-cs"/>
        </a:defRPr>
      </a:lvl5pPr>
      <a:lvl6pPr marL="1414322" indent="-128575" algn="l" defTabSz="514300" rtl="0" eaLnBrk="1" latinLnBrk="0" hangingPunct="1">
        <a:lnSpc>
          <a:spcPct val="90000"/>
        </a:lnSpc>
        <a:spcBef>
          <a:spcPts val="281"/>
        </a:spcBef>
        <a:buFont typeface="Arial" panose="020B0604020202020204" pitchFamily="34" charset="0"/>
        <a:buChar char="•"/>
        <a:defRPr sz="1013" kern="1200">
          <a:solidFill>
            <a:schemeClr val="tx1"/>
          </a:solidFill>
          <a:latin typeface="+mn-lt"/>
          <a:ea typeface="+mn-ea"/>
          <a:cs typeface="+mn-cs"/>
        </a:defRPr>
      </a:lvl6pPr>
      <a:lvl7pPr marL="1671470" indent="-128575" algn="l" defTabSz="514300" rtl="0" eaLnBrk="1" latinLnBrk="0" hangingPunct="1">
        <a:lnSpc>
          <a:spcPct val="90000"/>
        </a:lnSpc>
        <a:spcBef>
          <a:spcPts val="281"/>
        </a:spcBef>
        <a:buFont typeface="Arial" panose="020B0604020202020204" pitchFamily="34" charset="0"/>
        <a:buChar char="•"/>
        <a:defRPr sz="1013" kern="1200">
          <a:solidFill>
            <a:schemeClr val="tx1"/>
          </a:solidFill>
          <a:latin typeface="+mn-lt"/>
          <a:ea typeface="+mn-ea"/>
          <a:cs typeface="+mn-cs"/>
        </a:defRPr>
      </a:lvl7pPr>
      <a:lvl8pPr marL="1928621" indent="-128575" algn="l" defTabSz="514300" rtl="0" eaLnBrk="1" latinLnBrk="0" hangingPunct="1">
        <a:lnSpc>
          <a:spcPct val="90000"/>
        </a:lnSpc>
        <a:spcBef>
          <a:spcPts val="281"/>
        </a:spcBef>
        <a:buFont typeface="Arial" panose="020B0604020202020204" pitchFamily="34" charset="0"/>
        <a:buChar char="•"/>
        <a:defRPr sz="1013" kern="1200">
          <a:solidFill>
            <a:schemeClr val="tx1"/>
          </a:solidFill>
          <a:latin typeface="+mn-lt"/>
          <a:ea typeface="+mn-ea"/>
          <a:cs typeface="+mn-cs"/>
        </a:defRPr>
      </a:lvl8pPr>
      <a:lvl9pPr marL="2185769" indent="-128575" algn="l" defTabSz="514300" rtl="0" eaLnBrk="1" latinLnBrk="0" hangingPunct="1">
        <a:lnSpc>
          <a:spcPct val="90000"/>
        </a:lnSpc>
        <a:spcBef>
          <a:spcPts val="281"/>
        </a:spcBef>
        <a:buFont typeface="Arial" panose="020B0604020202020204" pitchFamily="34" charset="0"/>
        <a:buChar char="•"/>
        <a:defRPr sz="1013" kern="1200">
          <a:solidFill>
            <a:schemeClr val="tx1"/>
          </a:solidFill>
          <a:latin typeface="+mn-lt"/>
          <a:ea typeface="+mn-ea"/>
          <a:cs typeface="+mn-cs"/>
        </a:defRPr>
      </a:lvl9pPr>
    </p:bodyStyle>
    <p:otherStyle>
      <a:defPPr>
        <a:defRPr lang="zh-CN"/>
      </a:defPPr>
      <a:lvl1pPr marL="0" algn="l" defTabSz="514300" rtl="0" eaLnBrk="1" latinLnBrk="0" hangingPunct="1">
        <a:defRPr sz="1013" kern="1200">
          <a:solidFill>
            <a:schemeClr val="tx1"/>
          </a:solidFill>
          <a:latin typeface="+mn-lt"/>
          <a:ea typeface="+mn-ea"/>
          <a:cs typeface="+mn-cs"/>
        </a:defRPr>
      </a:lvl1pPr>
      <a:lvl2pPr marL="257150" algn="l" defTabSz="514300" rtl="0" eaLnBrk="1" latinLnBrk="0" hangingPunct="1">
        <a:defRPr sz="1013" kern="1200">
          <a:solidFill>
            <a:schemeClr val="tx1"/>
          </a:solidFill>
          <a:latin typeface="+mn-lt"/>
          <a:ea typeface="+mn-ea"/>
          <a:cs typeface="+mn-cs"/>
        </a:defRPr>
      </a:lvl2pPr>
      <a:lvl3pPr marL="514300" algn="l" defTabSz="514300" rtl="0" eaLnBrk="1" latinLnBrk="0" hangingPunct="1">
        <a:defRPr sz="1013" kern="1200">
          <a:solidFill>
            <a:schemeClr val="tx1"/>
          </a:solidFill>
          <a:latin typeface="+mn-lt"/>
          <a:ea typeface="+mn-ea"/>
          <a:cs typeface="+mn-cs"/>
        </a:defRPr>
      </a:lvl3pPr>
      <a:lvl4pPr marL="771449" algn="l" defTabSz="514300" rtl="0" eaLnBrk="1" latinLnBrk="0" hangingPunct="1">
        <a:defRPr sz="1013" kern="1200">
          <a:solidFill>
            <a:schemeClr val="tx1"/>
          </a:solidFill>
          <a:latin typeface="+mn-lt"/>
          <a:ea typeface="+mn-ea"/>
          <a:cs typeface="+mn-cs"/>
        </a:defRPr>
      </a:lvl4pPr>
      <a:lvl5pPr marL="1028598" algn="l" defTabSz="514300" rtl="0" eaLnBrk="1" latinLnBrk="0" hangingPunct="1">
        <a:defRPr sz="1013" kern="1200">
          <a:solidFill>
            <a:schemeClr val="tx1"/>
          </a:solidFill>
          <a:latin typeface="+mn-lt"/>
          <a:ea typeface="+mn-ea"/>
          <a:cs typeface="+mn-cs"/>
        </a:defRPr>
      </a:lvl5pPr>
      <a:lvl6pPr marL="1285747" algn="l" defTabSz="514300" rtl="0" eaLnBrk="1" latinLnBrk="0" hangingPunct="1">
        <a:defRPr sz="1013" kern="1200">
          <a:solidFill>
            <a:schemeClr val="tx1"/>
          </a:solidFill>
          <a:latin typeface="+mn-lt"/>
          <a:ea typeface="+mn-ea"/>
          <a:cs typeface="+mn-cs"/>
        </a:defRPr>
      </a:lvl6pPr>
      <a:lvl7pPr marL="1542896" algn="l" defTabSz="514300" rtl="0" eaLnBrk="1" latinLnBrk="0" hangingPunct="1">
        <a:defRPr sz="1013" kern="1200">
          <a:solidFill>
            <a:schemeClr val="tx1"/>
          </a:solidFill>
          <a:latin typeface="+mn-lt"/>
          <a:ea typeface="+mn-ea"/>
          <a:cs typeface="+mn-cs"/>
        </a:defRPr>
      </a:lvl7pPr>
      <a:lvl8pPr marL="1800046" algn="l" defTabSz="514300" rtl="0" eaLnBrk="1" latinLnBrk="0" hangingPunct="1">
        <a:defRPr sz="1013" kern="1200">
          <a:solidFill>
            <a:schemeClr val="tx1"/>
          </a:solidFill>
          <a:latin typeface="+mn-lt"/>
          <a:ea typeface="+mn-ea"/>
          <a:cs typeface="+mn-cs"/>
        </a:defRPr>
      </a:lvl8pPr>
      <a:lvl9pPr marL="2057195" algn="l" defTabSz="514300" rtl="0" eaLnBrk="1" latinLnBrk="0" hangingPunct="1">
        <a:defRPr sz="1013"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18" name="图片 17">
            <a:extLst>
              <a:ext uri="{FF2B5EF4-FFF2-40B4-BE49-F238E27FC236}">
                <a16:creationId xmlns:a16="http://schemas.microsoft.com/office/drawing/2014/main" id="{E6C54DAB-5B0F-45AD-9890-C29E4A704132}"/>
              </a:ext>
            </a:extLst>
          </p:cNvPr>
          <p:cNvPicPr>
            <a:picLocks noChangeAspect="1"/>
          </p:cNvPicPr>
          <p:nvPr userDrawn="1"/>
        </p:nvPicPr>
        <p:blipFill>
          <a:blip r:embed="rId6"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911527" y="804233"/>
            <a:ext cx="10368945" cy="6047120"/>
          </a:xfrm>
          <a:prstGeom prst="rect">
            <a:avLst/>
          </a:prstGeom>
        </p:spPr>
      </p:pic>
      <p:sp>
        <p:nvSpPr>
          <p:cNvPr id="19" name="矩形 18">
            <a:extLst>
              <a:ext uri="{FF2B5EF4-FFF2-40B4-BE49-F238E27FC236}">
                <a16:creationId xmlns:a16="http://schemas.microsoft.com/office/drawing/2014/main" id="{97DDCAF9-69DE-46E5-B0D0-D7A54966EE62}"/>
              </a:ext>
            </a:extLst>
          </p:cNvPr>
          <p:cNvSpPr/>
          <p:nvPr userDrawn="1"/>
        </p:nvSpPr>
        <p:spPr>
          <a:xfrm>
            <a:off x="2" y="516851"/>
            <a:ext cx="1397726" cy="287382"/>
          </a:xfrm>
          <a:prstGeom prst="rect">
            <a:avLst/>
          </a:prstGeom>
          <a:solidFill>
            <a:srgbClr val="0E419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矩形 19">
            <a:extLst>
              <a:ext uri="{FF2B5EF4-FFF2-40B4-BE49-F238E27FC236}">
                <a16:creationId xmlns:a16="http://schemas.microsoft.com/office/drawing/2014/main" id="{B5AABF1F-9EA7-4000-B252-133B879331F7}"/>
              </a:ext>
            </a:extLst>
          </p:cNvPr>
          <p:cNvSpPr/>
          <p:nvPr userDrawn="1"/>
        </p:nvSpPr>
        <p:spPr>
          <a:xfrm>
            <a:off x="3334872" y="516851"/>
            <a:ext cx="8857128" cy="287382"/>
          </a:xfrm>
          <a:prstGeom prst="rect">
            <a:avLst/>
          </a:prstGeom>
          <a:solidFill>
            <a:srgbClr val="0E419C"/>
          </a:solidFill>
          <a:ln>
            <a:solidFill>
              <a:srgbClr val="0E419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1" name="图片 20">
            <a:extLst>
              <a:ext uri="{FF2B5EF4-FFF2-40B4-BE49-F238E27FC236}">
                <a16:creationId xmlns:a16="http://schemas.microsoft.com/office/drawing/2014/main" id="{E2528893-EA92-4D6F-B057-2AA43FC522D4}"/>
              </a:ext>
            </a:extLst>
          </p:cNvPr>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1647445" y="366909"/>
            <a:ext cx="1397727" cy="602071"/>
          </a:xfrm>
          <a:prstGeom prst="rect">
            <a:avLst/>
          </a:prstGeom>
        </p:spPr>
      </p:pic>
      <p:cxnSp>
        <p:nvCxnSpPr>
          <p:cNvPr id="24" name="直接连接符 23">
            <a:extLst>
              <a:ext uri="{FF2B5EF4-FFF2-40B4-BE49-F238E27FC236}">
                <a16:creationId xmlns:a16="http://schemas.microsoft.com/office/drawing/2014/main" id="{0CD0E857-63A3-4324-83F9-43BAB5F53633}"/>
              </a:ext>
            </a:extLst>
          </p:cNvPr>
          <p:cNvCxnSpPr>
            <a:cxnSpLocks/>
          </p:cNvCxnSpPr>
          <p:nvPr userDrawn="1"/>
        </p:nvCxnSpPr>
        <p:spPr>
          <a:xfrm>
            <a:off x="3931956" y="4265269"/>
            <a:ext cx="4328086" cy="0"/>
          </a:xfrm>
          <a:prstGeom prst="line">
            <a:avLst/>
          </a:prstGeom>
          <a:ln w="38100">
            <a:solidFill>
              <a:srgbClr val="0E419C"/>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23964964"/>
      </p:ext>
    </p:extLst>
  </p:cSld>
  <p:clrMap bg1="lt1" tx1="dk1" bg2="lt2" tx2="dk2" accent1="accent1" accent2="accent2" accent3="accent3" accent4="accent4" accent5="accent5" accent6="accent6" hlink="hlink" folHlink="folHlink"/>
  <p:sldLayoutIdLst>
    <p:sldLayoutId id="2147483669" r:id="rId1"/>
    <p:sldLayoutId id="2147483670" r:id="rId2"/>
    <p:sldLayoutId id="2147483671" r:id="rId3"/>
    <p:sldLayoutId id="2147483672" r:id="rId4"/>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hyperlink" Target="mailto:fduedc@fudan.edu.cn" TargetMode="External"/><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E98B4C2B-CAF1-47F8-ABD9-0191994D1A98}"/>
              </a:ext>
            </a:extLst>
          </p:cNvPr>
          <p:cNvSpPr>
            <a:spLocks noGrp="1"/>
          </p:cNvSpPr>
          <p:nvPr>
            <p:ph type="title"/>
          </p:nvPr>
        </p:nvSpPr>
        <p:spPr/>
        <p:txBody>
          <a:bodyPr/>
          <a:lstStyle/>
          <a:p>
            <a:r>
              <a:rPr lang="zh-CN" altLang="en-US" sz="5400" b="1" dirty="0">
                <a:solidFill>
                  <a:schemeClr val="bg1"/>
                </a:solidFill>
                <a:latin typeface="微软雅黑" panose="020B0503020204020204" pitchFamily="34" charset="-122"/>
                <a:ea typeface="微软雅黑" panose="020B0503020204020204" pitchFamily="34" charset="-122"/>
              </a:rPr>
              <a:t>理论考核注意事项</a:t>
            </a:r>
            <a:endParaRPr lang="zh-CN" altLang="en-US" dirty="0"/>
          </a:p>
        </p:txBody>
      </p:sp>
      <p:sp>
        <p:nvSpPr>
          <p:cNvPr id="4" name="文本占位符 3">
            <a:extLst>
              <a:ext uri="{FF2B5EF4-FFF2-40B4-BE49-F238E27FC236}">
                <a16:creationId xmlns:a16="http://schemas.microsoft.com/office/drawing/2014/main" id="{41466F0D-4809-449F-95A6-A18BCDDCF46B}"/>
              </a:ext>
            </a:extLst>
          </p:cNvPr>
          <p:cNvSpPr>
            <a:spLocks noGrp="1"/>
          </p:cNvSpPr>
          <p:nvPr>
            <p:ph type="body" sz="quarter" idx="11"/>
          </p:nvPr>
        </p:nvSpPr>
        <p:spPr>
          <a:xfrm>
            <a:off x="5072634" y="4111252"/>
            <a:ext cx="2045144" cy="369332"/>
          </a:xfrm>
        </p:spPr>
        <p:txBody>
          <a:bodyPr/>
          <a:lstStyle/>
          <a:p>
            <a:r>
              <a:rPr lang="en-US" altLang="zh-CN" b="1" dirty="0"/>
              <a:t>2025</a:t>
            </a:r>
            <a:r>
              <a:rPr lang="zh-CN" altLang="en-US" b="1" dirty="0"/>
              <a:t>年</a:t>
            </a:r>
            <a:r>
              <a:rPr lang="en-US" altLang="zh-CN" b="1" dirty="0"/>
              <a:t>5</a:t>
            </a:r>
            <a:r>
              <a:rPr lang="zh-CN" altLang="en-US" b="1" dirty="0"/>
              <a:t>月</a:t>
            </a:r>
            <a:r>
              <a:rPr lang="en-US" altLang="zh-CN" b="1" dirty="0"/>
              <a:t>10</a:t>
            </a:r>
            <a:r>
              <a:rPr lang="zh-CN" altLang="en-US" b="1" dirty="0"/>
              <a:t>日</a:t>
            </a:r>
          </a:p>
        </p:txBody>
      </p:sp>
    </p:spTree>
    <p:extLst>
      <p:ext uri="{BB962C8B-B14F-4D97-AF65-F5344CB8AC3E}">
        <p14:creationId xmlns:p14="http://schemas.microsoft.com/office/powerpoint/2010/main" val="248655356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 name="TextBox 36"/>
          <p:cNvSpPr txBox="1"/>
          <p:nvPr/>
        </p:nvSpPr>
        <p:spPr>
          <a:xfrm>
            <a:off x="40330" y="1148416"/>
            <a:ext cx="2509439" cy="461665"/>
          </a:xfrm>
          <a:prstGeom prst="rect">
            <a:avLst/>
          </a:prstGeom>
          <a:noFill/>
        </p:spPr>
        <p:txBody>
          <a:bodyPr wrap="square" rtlCol="0">
            <a:spAutoFit/>
          </a:bodyPr>
          <a:lstStyle/>
          <a:p>
            <a:pPr algn="ctr"/>
            <a:r>
              <a:rPr lang="zh-CN" altLang="en-US" b="1" dirty="0">
                <a:solidFill>
                  <a:schemeClr val="bg1"/>
                </a:solidFill>
                <a:latin typeface="+mn-lt"/>
                <a:ea typeface="+mn-ea"/>
                <a:cs typeface="+mn-ea"/>
                <a:sym typeface="+mn-lt"/>
              </a:rPr>
              <a:t>中国情怀</a:t>
            </a:r>
            <a:endParaRPr lang="zh-CN" altLang="en-US" sz="2400" b="1" dirty="0">
              <a:solidFill>
                <a:schemeClr val="bg1"/>
              </a:solidFill>
              <a:latin typeface="+mn-lt"/>
              <a:ea typeface="+mn-ea"/>
              <a:cs typeface="+mn-ea"/>
              <a:sym typeface="+mn-lt"/>
            </a:endParaRPr>
          </a:p>
        </p:txBody>
      </p:sp>
      <p:sp>
        <p:nvSpPr>
          <p:cNvPr id="45" name="Rectangle 6"/>
          <p:cNvSpPr>
            <a:spLocks noChangeArrowheads="1"/>
          </p:cNvSpPr>
          <p:nvPr/>
        </p:nvSpPr>
        <p:spPr bwMode="auto">
          <a:xfrm>
            <a:off x="1418796" y="1660583"/>
            <a:ext cx="8776007" cy="12840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50000"/>
              </a:lnSpc>
              <a:buClr>
                <a:srgbClr val="0066CC"/>
              </a:buClr>
              <a:buFont typeface="Wingdings" panose="05000000000000000000" pitchFamily="2" charset="2"/>
              <a:buChar char="q"/>
            </a:pPr>
            <a:r>
              <a:rPr lang="en-US" altLang="zh-CN" sz="2800" b="1" dirty="0">
                <a:latin typeface="+mn-lt"/>
                <a:ea typeface="+mn-ea"/>
                <a:cs typeface="+mn-ea"/>
                <a:sym typeface="+mn-lt"/>
              </a:rPr>
              <a:t>  </a:t>
            </a:r>
            <a:r>
              <a:rPr lang="zh-CN" altLang="en-US" sz="2800" b="1" dirty="0">
                <a:solidFill>
                  <a:srgbClr val="FF0000"/>
                </a:solidFill>
                <a:latin typeface="+mn-ea"/>
                <a:ea typeface="+mn-ea"/>
                <a:cs typeface="+mn-ea"/>
                <a:sym typeface="+mn-lt"/>
              </a:rPr>
              <a:t>时间：</a:t>
            </a:r>
            <a:endParaRPr lang="en-US" altLang="zh-CN" sz="2800" b="1" dirty="0">
              <a:solidFill>
                <a:srgbClr val="FF0000"/>
              </a:solidFill>
              <a:latin typeface="+mn-ea"/>
              <a:ea typeface="+mn-ea"/>
              <a:cs typeface="+mn-ea"/>
              <a:sym typeface="+mn-lt"/>
            </a:endParaRPr>
          </a:p>
          <a:p>
            <a:pPr lvl="1" eaLnBrk="1" hangingPunct="1">
              <a:lnSpc>
                <a:spcPct val="150000"/>
              </a:lnSpc>
              <a:buClr>
                <a:srgbClr val="0066CC"/>
              </a:buClr>
              <a:buFont typeface="Wingdings" panose="05000000000000000000" pitchFamily="2" charset="2"/>
              <a:buChar char="q"/>
            </a:pPr>
            <a:r>
              <a:rPr lang="en-US" altLang="zh-CN" sz="2800" b="1" dirty="0">
                <a:latin typeface="+mn-ea"/>
                <a:ea typeface="+mn-ea"/>
                <a:cs typeface="+mn-ea"/>
                <a:sym typeface="+mn-lt"/>
              </a:rPr>
              <a:t>2025</a:t>
            </a:r>
            <a:r>
              <a:rPr lang="zh-CN" altLang="en-US" sz="2800" b="1" dirty="0">
                <a:latin typeface="+mn-ea"/>
                <a:ea typeface="+mn-ea"/>
                <a:cs typeface="+mn-ea"/>
                <a:sym typeface="+mn-lt"/>
              </a:rPr>
              <a:t>年</a:t>
            </a:r>
            <a:r>
              <a:rPr lang="en-US" altLang="zh-CN" sz="2800" b="1" dirty="0">
                <a:latin typeface="+mn-ea"/>
                <a:ea typeface="+mn-ea"/>
                <a:cs typeface="+mn-ea"/>
                <a:sym typeface="+mn-lt"/>
              </a:rPr>
              <a:t>5</a:t>
            </a:r>
            <a:r>
              <a:rPr lang="zh-CN" altLang="en-US" sz="2800" b="1" dirty="0">
                <a:latin typeface="+mn-ea"/>
                <a:ea typeface="+mn-ea"/>
                <a:cs typeface="+mn-ea"/>
                <a:sym typeface="+mn-lt"/>
              </a:rPr>
              <a:t>月</a:t>
            </a:r>
            <a:r>
              <a:rPr lang="en-US" altLang="zh-CN" sz="2800" b="1" dirty="0">
                <a:latin typeface="+mn-ea"/>
                <a:ea typeface="+mn-ea"/>
                <a:cs typeface="+mn-ea"/>
                <a:sym typeface="+mn-lt"/>
              </a:rPr>
              <a:t>17</a:t>
            </a:r>
            <a:r>
              <a:rPr lang="zh-CN" altLang="en-US" sz="2800" b="1" dirty="0">
                <a:latin typeface="+mn-ea"/>
                <a:ea typeface="+mn-ea"/>
                <a:cs typeface="+mn-ea"/>
                <a:sym typeface="+mn-lt"/>
              </a:rPr>
              <a:t>日（星期六）</a:t>
            </a:r>
            <a:r>
              <a:rPr lang="en-US" altLang="zh-CN" sz="2800" b="1" dirty="0">
                <a:latin typeface="+mn-ea"/>
                <a:ea typeface="+mn-ea"/>
                <a:cs typeface="+mn-ea"/>
                <a:sym typeface="+mn-lt"/>
              </a:rPr>
              <a:t>9:00-11:00</a:t>
            </a:r>
            <a:endParaRPr lang="zh-CN" altLang="en-US" sz="2800" b="1" dirty="0">
              <a:latin typeface="+mn-ea"/>
              <a:ea typeface="+mn-ea"/>
              <a:cs typeface="+mn-ea"/>
              <a:sym typeface="+mn-lt"/>
            </a:endParaRPr>
          </a:p>
        </p:txBody>
      </p:sp>
      <p:sp>
        <p:nvSpPr>
          <p:cNvPr id="47" name="Rectangle 9"/>
          <p:cNvSpPr>
            <a:spLocks noChangeArrowheads="1"/>
          </p:cNvSpPr>
          <p:nvPr/>
        </p:nvSpPr>
        <p:spPr bwMode="auto">
          <a:xfrm>
            <a:off x="1418796" y="3546405"/>
            <a:ext cx="10169585" cy="25766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50000"/>
              </a:lnSpc>
              <a:buClr>
                <a:srgbClr val="0066CC"/>
              </a:buClr>
              <a:buFont typeface="Wingdings" panose="05000000000000000000" pitchFamily="2" charset="2"/>
              <a:buChar char="q"/>
            </a:pPr>
            <a:r>
              <a:rPr lang="en-US" altLang="zh-CN" sz="2800" b="1" dirty="0">
                <a:latin typeface="+mn-lt"/>
                <a:ea typeface="+mn-ea"/>
                <a:cs typeface="+mn-ea"/>
                <a:sym typeface="+mn-lt"/>
              </a:rPr>
              <a:t>  </a:t>
            </a:r>
            <a:r>
              <a:rPr lang="zh-CN" altLang="en-US" sz="2800" b="1" dirty="0">
                <a:solidFill>
                  <a:srgbClr val="FF0000"/>
                </a:solidFill>
                <a:latin typeface="+mn-ea"/>
                <a:ea typeface="+mn-ea"/>
                <a:cs typeface="+mn-ea"/>
                <a:sym typeface="+mn-lt"/>
              </a:rPr>
              <a:t>地点：</a:t>
            </a:r>
            <a:r>
              <a:rPr lang="en-US" altLang="zh-CN" sz="2800" b="1" dirty="0">
                <a:solidFill>
                  <a:srgbClr val="FF0000"/>
                </a:solidFill>
                <a:latin typeface="+mn-ea"/>
                <a:ea typeface="+mn-ea"/>
                <a:cs typeface="+mn-ea"/>
                <a:sym typeface="+mn-lt"/>
              </a:rPr>
              <a:t>	</a:t>
            </a:r>
          </a:p>
          <a:p>
            <a:pPr lvl="1" eaLnBrk="1" hangingPunct="1">
              <a:lnSpc>
                <a:spcPct val="150000"/>
              </a:lnSpc>
              <a:buClr>
                <a:srgbClr val="0066CC"/>
              </a:buClr>
              <a:buFont typeface="Wingdings" panose="05000000000000000000" pitchFamily="2" charset="2"/>
              <a:buChar char="q"/>
            </a:pPr>
            <a:r>
              <a:rPr lang="zh-CN" altLang="en-US" sz="2800" b="1" dirty="0">
                <a:latin typeface="+mn-ea"/>
                <a:ea typeface="+mn-ea"/>
                <a:cs typeface="+mn-ea"/>
                <a:sym typeface="+mn-lt"/>
              </a:rPr>
              <a:t>恒隆物理楼四楼、五楼</a:t>
            </a:r>
            <a:endParaRPr lang="en-US" altLang="zh-CN" sz="2800" b="1" dirty="0">
              <a:latin typeface="+mn-ea"/>
              <a:ea typeface="+mn-ea"/>
              <a:cs typeface="+mn-ea"/>
              <a:sym typeface="+mn-lt"/>
            </a:endParaRPr>
          </a:p>
          <a:p>
            <a:pPr lvl="1" eaLnBrk="1" hangingPunct="1">
              <a:lnSpc>
                <a:spcPct val="150000"/>
              </a:lnSpc>
              <a:buClr>
                <a:srgbClr val="0066CC"/>
              </a:buClr>
              <a:buFont typeface="Wingdings" panose="05000000000000000000" pitchFamily="2" charset="2"/>
              <a:buChar char="q"/>
            </a:pPr>
            <a:r>
              <a:rPr lang="zh-CN" altLang="en-US" sz="2800" b="1" dirty="0">
                <a:latin typeface="+mn-ea"/>
                <a:ea typeface="+mn-ea"/>
                <a:cs typeface="+mn-ea"/>
                <a:sym typeface="+mn-lt"/>
              </a:rPr>
              <a:t>具体考场安排需等待报名结束</a:t>
            </a:r>
            <a:endParaRPr lang="en-US" altLang="zh-CN" sz="2800" b="1" dirty="0">
              <a:latin typeface="+mn-ea"/>
              <a:ea typeface="+mn-ea"/>
              <a:cs typeface="+mn-ea"/>
              <a:sym typeface="+mn-lt"/>
            </a:endParaRPr>
          </a:p>
          <a:p>
            <a:pPr lvl="1" eaLnBrk="1" hangingPunct="1">
              <a:lnSpc>
                <a:spcPct val="150000"/>
              </a:lnSpc>
              <a:buClr>
                <a:srgbClr val="0066CC"/>
              </a:buClr>
              <a:buFont typeface="Wingdings" panose="05000000000000000000" pitchFamily="2" charset="2"/>
              <a:buChar char="q"/>
            </a:pPr>
            <a:endParaRPr lang="zh-CN" altLang="en-US" sz="2800" b="1" dirty="0">
              <a:latin typeface="+mn-ea"/>
              <a:ea typeface="+mn-ea"/>
              <a:cs typeface="+mn-ea"/>
              <a:sym typeface="+mn-lt"/>
            </a:endParaRPr>
          </a:p>
        </p:txBody>
      </p:sp>
      <p:sp>
        <p:nvSpPr>
          <p:cNvPr id="16" name="标题 1">
            <a:extLst>
              <a:ext uri="{FF2B5EF4-FFF2-40B4-BE49-F238E27FC236}">
                <a16:creationId xmlns:a16="http://schemas.microsoft.com/office/drawing/2014/main" id="{AF466D9B-AF97-49A5-88BF-719A7F647BDD}"/>
              </a:ext>
            </a:extLst>
          </p:cNvPr>
          <p:cNvSpPr>
            <a:spLocks noGrp="1"/>
          </p:cNvSpPr>
          <p:nvPr>
            <p:ph type="title"/>
          </p:nvPr>
        </p:nvSpPr>
        <p:spPr>
          <a:xfrm>
            <a:off x="795" y="-749"/>
            <a:ext cx="12191205" cy="899250"/>
          </a:xfrm>
        </p:spPr>
        <p:txBody>
          <a:bodyPr/>
          <a:lstStyle/>
          <a:p>
            <a:r>
              <a:rPr lang="zh-CN" altLang="en-US" dirty="0"/>
              <a:t>理论考核时间、地点</a:t>
            </a:r>
          </a:p>
        </p:txBody>
      </p:sp>
    </p:spTree>
    <p:extLst>
      <p:ext uri="{BB962C8B-B14F-4D97-AF65-F5344CB8AC3E}">
        <p14:creationId xmlns:p14="http://schemas.microsoft.com/office/powerpoint/2010/main" val="2881183103"/>
      </p:ext>
    </p:extLst>
  </p:cSld>
  <p:clrMapOvr>
    <a:masterClrMapping/>
  </p:clrMapOvr>
  <p:transition spd="med" advTm="26471">
    <p:pul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5"/>
                                        </p:tgtEl>
                                        <p:attrNameLst>
                                          <p:attrName>style.visibility</p:attrName>
                                        </p:attrNameLst>
                                      </p:cBhvr>
                                      <p:to>
                                        <p:strVal val="visible"/>
                                      </p:to>
                                    </p:set>
                                    <p:animEffect transition="in" filter="wipe(left)">
                                      <p:cBhvr>
                                        <p:cTn id="7" dur="500"/>
                                        <p:tgtEl>
                                          <p:spTgt spid="4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47"/>
                                        </p:tgtEl>
                                        <p:attrNameLst>
                                          <p:attrName>style.visibility</p:attrName>
                                        </p:attrNameLst>
                                      </p:cBhvr>
                                      <p:to>
                                        <p:strVal val="visible"/>
                                      </p:to>
                                    </p:set>
                                    <p:animEffect transition="in" filter="wipe(left)">
                                      <p:cBhvr>
                                        <p:cTn id="12" dur="500"/>
                                        <p:tgtEl>
                                          <p:spTgt spid="4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 grpId="0"/>
      <p:bldP spid="47"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 name="TextBox 36"/>
          <p:cNvSpPr txBox="1"/>
          <p:nvPr/>
        </p:nvSpPr>
        <p:spPr>
          <a:xfrm>
            <a:off x="40330" y="1148416"/>
            <a:ext cx="2509439" cy="461665"/>
          </a:xfrm>
          <a:prstGeom prst="rect">
            <a:avLst/>
          </a:prstGeom>
          <a:noFill/>
        </p:spPr>
        <p:txBody>
          <a:bodyPr wrap="square" rtlCol="0">
            <a:spAutoFit/>
          </a:bodyPr>
          <a:lstStyle/>
          <a:p>
            <a:pPr algn="ctr"/>
            <a:r>
              <a:rPr lang="zh-CN" altLang="en-US" b="1" dirty="0">
                <a:solidFill>
                  <a:schemeClr val="bg1"/>
                </a:solidFill>
                <a:latin typeface="+mn-lt"/>
                <a:ea typeface="+mn-ea"/>
                <a:cs typeface="+mn-ea"/>
                <a:sym typeface="+mn-lt"/>
              </a:rPr>
              <a:t>中国情怀</a:t>
            </a:r>
            <a:endParaRPr lang="zh-CN" altLang="en-US" sz="2400" b="1" dirty="0">
              <a:solidFill>
                <a:schemeClr val="bg1"/>
              </a:solidFill>
              <a:latin typeface="+mn-lt"/>
              <a:ea typeface="+mn-ea"/>
              <a:cs typeface="+mn-ea"/>
              <a:sym typeface="+mn-lt"/>
            </a:endParaRPr>
          </a:p>
        </p:txBody>
      </p:sp>
      <p:sp>
        <p:nvSpPr>
          <p:cNvPr id="45" name="Rectangle 6"/>
          <p:cNvSpPr>
            <a:spLocks noChangeArrowheads="1"/>
          </p:cNvSpPr>
          <p:nvPr/>
        </p:nvSpPr>
        <p:spPr bwMode="auto">
          <a:xfrm>
            <a:off x="1418796" y="1660583"/>
            <a:ext cx="8776007" cy="1930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50000"/>
              </a:lnSpc>
              <a:buClr>
                <a:srgbClr val="0066CC"/>
              </a:buClr>
              <a:buFont typeface="Wingdings" panose="05000000000000000000" pitchFamily="2" charset="2"/>
              <a:buChar char="q"/>
            </a:pPr>
            <a:r>
              <a:rPr lang="en-US" altLang="zh-CN" sz="2800" b="1" dirty="0">
                <a:latin typeface="+mn-lt"/>
                <a:ea typeface="+mn-ea"/>
                <a:cs typeface="+mn-ea"/>
                <a:sym typeface="+mn-lt"/>
              </a:rPr>
              <a:t>  </a:t>
            </a:r>
            <a:r>
              <a:rPr lang="zh-CN" altLang="en-US" sz="2800" b="1" dirty="0">
                <a:solidFill>
                  <a:srgbClr val="FF0000"/>
                </a:solidFill>
                <a:latin typeface="+mn-ea"/>
                <a:ea typeface="+mn-ea"/>
                <a:cs typeface="+mn-ea"/>
                <a:sym typeface="+mn-lt"/>
              </a:rPr>
              <a:t>闭卷笔试考核：</a:t>
            </a:r>
            <a:endParaRPr lang="en-US" altLang="zh-CN" sz="2800" b="1" dirty="0">
              <a:solidFill>
                <a:srgbClr val="FF0000"/>
              </a:solidFill>
              <a:latin typeface="+mn-ea"/>
              <a:ea typeface="+mn-ea"/>
              <a:cs typeface="+mn-ea"/>
              <a:sym typeface="+mn-lt"/>
            </a:endParaRPr>
          </a:p>
          <a:p>
            <a:pPr lvl="1" eaLnBrk="1" hangingPunct="1">
              <a:lnSpc>
                <a:spcPct val="150000"/>
              </a:lnSpc>
              <a:buClr>
                <a:srgbClr val="0066CC"/>
              </a:buClr>
              <a:buFont typeface="Wingdings" panose="05000000000000000000" pitchFamily="2" charset="2"/>
              <a:buChar char="q"/>
            </a:pPr>
            <a:r>
              <a:rPr lang="en-US" altLang="zh-CN" sz="2800" b="1" dirty="0">
                <a:latin typeface="+mn-ea"/>
                <a:ea typeface="+mn-ea"/>
                <a:cs typeface="+mn-ea"/>
                <a:sym typeface="+mn-lt"/>
              </a:rPr>
              <a:t>100</a:t>
            </a:r>
            <a:r>
              <a:rPr lang="zh-CN" altLang="en-US" sz="2800" b="1" dirty="0">
                <a:latin typeface="+mn-ea"/>
                <a:ea typeface="+mn-ea"/>
                <a:cs typeface="+mn-ea"/>
                <a:sym typeface="+mn-lt"/>
              </a:rPr>
              <a:t>分</a:t>
            </a:r>
            <a:endParaRPr lang="en-US" altLang="zh-CN" sz="2800" b="1" dirty="0">
              <a:latin typeface="+mn-ea"/>
              <a:ea typeface="+mn-ea"/>
              <a:cs typeface="+mn-ea"/>
              <a:sym typeface="+mn-lt"/>
            </a:endParaRPr>
          </a:p>
          <a:p>
            <a:pPr lvl="1" eaLnBrk="1" hangingPunct="1">
              <a:lnSpc>
                <a:spcPct val="150000"/>
              </a:lnSpc>
              <a:buClr>
                <a:srgbClr val="0066CC"/>
              </a:buClr>
              <a:buFont typeface="Wingdings" panose="05000000000000000000" pitchFamily="2" charset="2"/>
              <a:buChar char="q"/>
            </a:pPr>
            <a:r>
              <a:rPr lang="en-US" altLang="zh-CN" sz="2800" b="1" dirty="0">
                <a:latin typeface="+mn-ea"/>
                <a:ea typeface="+mn-ea"/>
                <a:cs typeface="+mn-ea"/>
                <a:sym typeface="+mn-lt"/>
              </a:rPr>
              <a:t>120</a:t>
            </a:r>
            <a:r>
              <a:rPr lang="zh-CN" altLang="en-US" sz="2800" b="1" dirty="0">
                <a:latin typeface="+mn-ea"/>
                <a:ea typeface="+mn-ea"/>
                <a:cs typeface="+mn-ea"/>
                <a:sym typeface="+mn-lt"/>
              </a:rPr>
              <a:t>分钟</a:t>
            </a:r>
          </a:p>
        </p:txBody>
      </p:sp>
      <p:sp>
        <p:nvSpPr>
          <p:cNvPr id="47" name="Rectangle 9"/>
          <p:cNvSpPr>
            <a:spLocks noChangeArrowheads="1"/>
          </p:cNvSpPr>
          <p:nvPr/>
        </p:nvSpPr>
        <p:spPr bwMode="auto">
          <a:xfrm>
            <a:off x="1418796" y="3546405"/>
            <a:ext cx="10169585" cy="1930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50000"/>
              </a:lnSpc>
              <a:buClr>
                <a:srgbClr val="0066CC"/>
              </a:buClr>
              <a:buFont typeface="Wingdings" panose="05000000000000000000" pitchFamily="2" charset="2"/>
              <a:buChar char="q"/>
            </a:pPr>
            <a:r>
              <a:rPr lang="en-US" altLang="zh-CN" sz="2800" b="1" dirty="0">
                <a:latin typeface="+mn-lt"/>
                <a:ea typeface="+mn-ea"/>
                <a:cs typeface="+mn-ea"/>
                <a:sym typeface="+mn-lt"/>
              </a:rPr>
              <a:t>  </a:t>
            </a:r>
            <a:r>
              <a:rPr lang="zh-CN" altLang="en-US" sz="2800" b="1" dirty="0">
                <a:solidFill>
                  <a:srgbClr val="FF0000"/>
                </a:solidFill>
                <a:latin typeface="+mn-ea"/>
                <a:ea typeface="+mn-ea"/>
                <a:cs typeface="+mn-ea"/>
                <a:sym typeface="+mn-lt"/>
              </a:rPr>
              <a:t>组队答卷：</a:t>
            </a:r>
            <a:r>
              <a:rPr lang="en-US" altLang="zh-CN" sz="2800" b="1" dirty="0">
                <a:solidFill>
                  <a:srgbClr val="FF0000"/>
                </a:solidFill>
                <a:latin typeface="+mn-ea"/>
                <a:ea typeface="+mn-ea"/>
                <a:cs typeface="+mn-ea"/>
                <a:sym typeface="+mn-lt"/>
              </a:rPr>
              <a:t>	</a:t>
            </a:r>
          </a:p>
          <a:p>
            <a:pPr lvl="1" eaLnBrk="1" hangingPunct="1">
              <a:lnSpc>
                <a:spcPct val="150000"/>
              </a:lnSpc>
              <a:buClr>
                <a:srgbClr val="0066CC"/>
              </a:buClr>
              <a:buFont typeface="Wingdings" panose="05000000000000000000" pitchFamily="2" charset="2"/>
              <a:buChar char="q"/>
            </a:pPr>
            <a:r>
              <a:rPr lang="zh-CN" altLang="en-US" sz="2800" b="1" dirty="0">
                <a:latin typeface="+mn-ea"/>
                <a:ea typeface="+mn-ea"/>
                <a:cs typeface="+mn-ea"/>
                <a:sym typeface="+mn-lt"/>
              </a:rPr>
              <a:t>每队一张答卷</a:t>
            </a:r>
            <a:endParaRPr lang="en-US" altLang="zh-CN" sz="2800" b="1" dirty="0">
              <a:latin typeface="+mn-ea"/>
              <a:ea typeface="+mn-ea"/>
              <a:cs typeface="+mn-ea"/>
              <a:sym typeface="+mn-lt"/>
            </a:endParaRPr>
          </a:p>
          <a:p>
            <a:pPr lvl="1" eaLnBrk="1" hangingPunct="1">
              <a:lnSpc>
                <a:spcPct val="150000"/>
              </a:lnSpc>
              <a:buClr>
                <a:srgbClr val="0066CC"/>
              </a:buClr>
              <a:buFont typeface="Wingdings" panose="05000000000000000000" pitchFamily="2" charset="2"/>
              <a:buChar char="q"/>
            </a:pPr>
            <a:r>
              <a:rPr lang="zh-CN" altLang="en-US" sz="2800" b="1" dirty="0">
                <a:latin typeface="+mn-ea"/>
                <a:ea typeface="+mn-ea"/>
                <a:cs typeface="+mn-ea"/>
                <a:sym typeface="+mn-lt"/>
              </a:rPr>
              <a:t>队内根据个人擅长，妥善安排作答题目</a:t>
            </a:r>
          </a:p>
        </p:txBody>
      </p:sp>
      <p:sp>
        <p:nvSpPr>
          <p:cNvPr id="16" name="标题 1">
            <a:extLst>
              <a:ext uri="{FF2B5EF4-FFF2-40B4-BE49-F238E27FC236}">
                <a16:creationId xmlns:a16="http://schemas.microsoft.com/office/drawing/2014/main" id="{AF466D9B-AF97-49A5-88BF-719A7F647BDD}"/>
              </a:ext>
            </a:extLst>
          </p:cNvPr>
          <p:cNvSpPr>
            <a:spLocks noGrp="1"/>
          </p:cNvSpPr>
          <p:nvPr>
            <p:ph type="title"/>
          </p:nvPr>
        </p:nvSpPr>
        <p:spPr>
          <a:xfrm>
            <a:off x="795" y="-749"/>
            <a:ext cx="12191205" cy="899250"/>
          </a:xfrm>
        </p:spPr>
        <p:txBody>
          <a:bodyPr/>
          <a:lstStyle/>
          <a:p>
            <a:r>
              <a:rPr lang="zh-CN" altLang="en-US" dirty="0"/>
              <a:t>理论考核形式</a:t>
            </a:r>
          </a:p>
        </p:txBody>
      </p:sp>
    </p:spTree>
    <p:extLst>
      <p:ext uri="{BB962C8B-B14F-4D97-AF65-F5344CB8AC3E}">
        <p14:creationId xmlns:p14="http://schemas.microsoft.com/office/powerpoint/2010/main" val="1651020283"/>
      </p:ext>
    </p:extLst>
  </p:cSld>
  <p:clrMapOvr>
    <a:masterClrMapping/>
  </p:clrMapOvr>
  <p:transition spd="med" advTm="26471">
    <p:pul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5"/>
                                        </p:tgtEl>
                                        <p:attrNameLst>
                                          <p:attrName>style.visibility</p:attrName>
                                        </p:attrNameLst>
                                      </p:cBhvr>
                                      <p:to>
                                        <p:strVal val="visible"/>
                                      </p:to>
                                    </p:set>
                                    <p:animEffect transition="in" filter="wipe(left)">
                                      <p:cBhvr>
                                        <p:cTn id="7" dur="500"/>
                                        <p:tgtEl>
                                          <p:spTgt spid="4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47"/>
                                        </p:tgtEl>
                                        <p:attrNameLst>
                                          <p:attrName>style.visibility</p:attrName>
                                        </p:attrNameLst>
                                      </p:cBhvr>
                                      <p:to>
                                        <p:strVal val="visible"/>
                                      </p:to>
                                    </p:set>
                                    <p:animEffect transition="in" filter="wipe(left)">
                                      <p:cBhvr>
                                        <p:cTn id="12" dur="500"/>
                                        <p:tgtEl>
                                          <p:spTgt spid="4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 grpId="0"/>
      <p:bldP spid="47"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 name="TextBox 36"/>
          <p:cNvSpPr txBox="1"/>
          <p:nvPr/>
        </p:nvSpPr>
        <p:spPr>
          <a:xfrm>
            <a:off x="40330" y="1148416"/>
            <a:ext cx="2509439" cy="461665"/>
          </a:xfrm>
          <a:prstGeom prst="rect">
            <a:avLst/>
          </a:prstGeom>
          <a:noFill/>
        </p:spPr>
        <p:txBody>
          <a:bodyPr wrap="square" rtlCol="0">
            <a:spAutoFit/>
          </a:bodyPr>
          <a:lstStyle/>
          <a:p>
            <a:pPr algn="ctr"/>
            <a:r>
              <a:rPr lang="zh-CN" altLang="en-US" b="1" dirty="0">
                <a:solidFill>
                  <a:schemeClr val="bg1"/>
                </a:solidFill>
                <a:latin typeface="+mn-lt"/>
                <a:ea typeface="+mn-ea"/>
                <a:cs typeface="+mn-ea"/>
                <a:sym typeface="+mn-lt"/>
              </a:rPr>
              <a:t>中国情怀</a:t>
            </a:r>
            <a:endParaRPr lang="zh-CN" altLang="en-US" sz="2400" b="1" dirty="0">
              <a:solidFill>
                <a:schemeClr val="bg1"/>
              </a:solidFill>
              <a:latin typeface="+mn-lt"/>
              <a:ea typeface="+mn-ea"/>
              <a:cs typeface="+mn-ea"/>
              <a:sym typeface="+mn-lt"/>
            </a:endParaRPr>
          </a:p>
        </p:txBody>
      </p:sp>
      <p:sp>
        <p:nvSpPr>
          <p:cNvPr id="45" name="Rectangle 6"/>
          <p:cNvSpPr>
            <a:spLocks noChangeArrowheads="1"/>
          </p:cNvSpPr>
          <p:nvPr/>
        </p:nvSpPr>
        <p:spPr bwMode="auto">
          <a:xfrm>
            <a:off x="1418796" y="1660583"/>
            <a:ext cx="8776007" cy="45156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50000"/>
              </a:lnSpc>
              <a:buClr>
                <a:srgbClr val="0066CC"/>
              </a:buClr>
              <a:buFont typeface="Wingdings" panose="05000000000000000000" pitchFamily="2" charset="2"/>
              <a:buChar char="q"/>
            </a:pPr>
            <a:r>
              <a:rPr lang="en-US" altLang="zh-CN" sz="2800" b="1" dirty="0">
                <a:latin typeface="+mn-lt"/>
                <a:ea typeface="+mn-ea"/>
                <a:cs typeface="+mn-ea"/>
                <a:sym typeface="+mn-lt"/>
              </a:rPr>
              <a:t>  </a:t>
            </a:r>
            <a:r>
              <a:rPr lang="zh-CN" altLang="en-US" sz="2800" b="1" dirty="0">
                <a:solidFill>
                  <a:srgbClr val="FF0000"/>
                </a:solidFill>
                <a:latin typeface="+mn-ea"/>
                <a:ea typeface="+mn-ea"/>
                <a:cs typeface="+mn-ea"/>
                <a:sym typeface="+mn-lt"/>
              </a:rPr>
              <a:t>三人一组：</a:t>
            </a:r>
            <a:endParaRPr lang="en-US" altLang="zh-CN" sz="2800" b="1" dirty="0">
              <a:solidFill>
                <a:srgbClr val="FF0000"/>
              </a:solidFill>
              <a:latin typeface="+mn-ea"/>
              <a:ea typeface="+mn-ea"/>
              <a:cs typeface="+mn-ea"/>
              <a:sym typeface="+mn-lt"/>
            </a:endParaRPr>
          </a:p>
          <a:p>
            <a:pPr lvl="1" eaLnBrk="1" hangingPunct="1">
              <a:lnSpc>
                <a:spcPct val="150000"/>
              </a:lnSpc>
              <a:buClr>
                <a:srgbClr val="0066CC"/>
              </a:buClr>
              <a:buFont typeface="Wingdings" panose="05000000000000000000" pitchFamily="2" charset="2"/>
              <a:buChar char="q"/>
            </a:pPr>
            <a:r>
              <a:rPr lang="en-US" altLang="zh-CN" sz="2800" b="1" dirty="0">
                <a:latin typeface="+mn-ea"/>
                <a:ea typeface="+mn-ea"/>
                <a:cs typeface="+mn-ea"/>
                <a:sym typeface="+mn-lt"/>
              </a:rPr>
              <a:t>2025</a:t>
            </a:r>
            <a:r>
              <a:rPr lang="zh-CN" altLang="en-US" sz="2800" b="1" dirty="0">
                <a:latin typeface="+mn-ea"/>
                <a:ea typeface="+mn-ea"/>
                <a:cs typeface="+mn-ea"/>
                <a:sym typeface="+mn-lt"/>
              </a:rPr>
              <a:t>年</a:t>
            </a:r>
            <a:r>
              <a:rPr lang="en-US" altLang="zh-CN" sz="2800" b="1" dirty="0">
                <a:latin typeface="+mn-ea"/>
                <a:ea typeface="+mn-ea"/>
                <a:cs typeface="+mn-ea"/>
                <a:sym typeface="+mn-lt"/>
              </a:rPr>
              <a:t>8</a:t>
            </a:r>
            <a:r>
              <a:rPr lang="zh-CN" altLang="en-US" sz="2800" b="1" dirty="0">
                <a:latin typeface="+mn-ea"/>
                <a:ea typeface="+mn-ea"/>
                <a:cs typeface="+mn-ea"/>
                <a:sym typeface="+mn-lt"/>
              </a:rPr>
              <a:t>月</a:t>
            </a:r>
            <a:r>
              <a:rPr lang="en-US" altLang="zh-CN" sz="2800" b="1" dirty="0">
                <a:latin typeface="+mn-ea"/>
                <a:ea typeface="+mn-ea"/>
                <a:cs typeface="+mn-ea"/>
                <a:sym typeface="+mn-lt"/>
              </a:rPr>
              <a:t>5</a:t>
            </a:r>
            <a:r>
              <a:rPr lang="zh-CN" altLang="en-US" sz="2800" b="1" dirty="0">
                <a:latin typeface="+mn-ea"/>
                <a:ea typeface="+mn-ea"/>
                <a:cs typeface="+mn-ea"/>
                <a:sym typeface="+mn-lt"/>
              </a:rPr>
              <a:t>日前在校注册的复旦大学全日制非毕业班本科学生</a:t>
            </a:r>
            <a:endParaRPr lang="en-US" altLang="zh-CN" sz="2800" b="1" dirty="0">
              <a:latin typeface="+mn-ea"/>
              <a:ea typeface="+mn-ea"/>
              <a:cs typeface="+mn-ea"/>
              <a:sym typeface="+mn-lt"/>
            </a:endParaRPr>
          </a:p>
          <a:p>
            <a:pPr lvl="1" eaLnBrk="1" hangingPunct="1">
              <a:lnSpc>
                <a:spcPct val="150000"/>
              </a:lnSpc>
              <a:buClr>
                <a:srgbClr val="0066CC"/>
              </a:buClr>
              <a:buFont typeface="Wingdings" panose="05000000000000000000" pitchFamily="2" charset="2"/>
              <a:buChar char="q"/>
            </a:pPr>
            <a:r>
              <a:rPr lang="zh-CN" altLang="en-US" sz="2800" b="1" dirty="0">
                <a:latin typeface="+mn-ea"/>
                <a:ea typeface="+mn-ea"/>
                <a:cs typeface="+mn-ea"/>
                <a:sym typeface="+mn-lt"/>
              </a:rPr>
              <a:t>一名同学只能同时参与一组</a:t>
            </a:r>
            <a:endParaRPr lang="en-US" altLang="zh-CN" sz="2800" b="1" dirty="0">
              <a:latin typeface="+mn-ea"/>
              <a:ea typeface="+mn-ea"/>
              <a:cs typeface="+mn-ea"/>
              <a:sym typeface="+mn-lt"/>
            </a:endParaRPr>
          </a:p>
          <a:p>
            <a:pPr lvl="1" eaLnBrk="1" hangingPunct="1">
              <a:lnSpc>
                <a:spcPct val="150000"/>
              </a:lnSpc>
              <a:buClr>
                <a:srgbClr val="0066CC"/>
              </a:buClr>
              <a:buFont typeface="Wingdings" panose="05000000000000000000" pitchFamily="2" charset="2"/>
              <a:buChar char="q"/>
            </a:pPr>
            <a:r>
              <a:rPr lang="zh-CN" altLang="en-US" sz="2800" b="1" dirty="0">
                <a:latin typeface="+mn-ea"/>
                <a:ea typeface="+mn-ea"/>
                <a:cs typeface="+mn-ea"/>
                <a:sym typeface="+mn-lt"/>
              </a:rPr>
              <a:t>原则上组队成员必须与后续参与复旦大学电子设计竞赛及全国大学生电子设计竞赛的成员一致，不得更换队友。</a:t>
            </a:r>
          </a:p>
        </p:txBody>
      </p:sp>
      <p:sp>
        <p:nvSpPr>
          <p:cNvPr id="16" name="标题 1">
            <a:extLst>
              <a:ext uri="{FF2B5EF4-FFF2-40B4-BE49-F238E27FC236}">
                <a16:creationId xmlns:a16="http://schemas.microsoft.com/office/drawing/2014/main" id="{AF466D9B-AF97-49A5-88BF-719A7F647BDD}"/>
              </a:ext>
            </a:extLst>
          </p:cNvPr>
          <p:cNvSpPr>
            <a:spLocks noGrp="1"/>
          </p:cNvSpPr>
          <p:nvPr>
            <p:ph type="title"/>
          </p:nvPr>
        </p:nvSpPr>
        <p:spPr>
          <a:xfrm>
            <a:off x="795" y="-749"/>
            <a:ext cx="12191205" cy="899250"/>
          </a:xfrm>
        </p:spPr>
        <p:txBody>
          <a:bodyPr/>
          <a:lstStyle/>
          <a:p>
            <a:r>
              <a:rPr lang="zh-CN" altLang="en-US" dirty="0"/>
              <a:t>组队要求</a:t>
            </a:r>
          </a:p>
        </p:txBody>
      </p:sp>
    </p:spTree>
    <p:extLst>
      <p:ext uri="{BB962C8B-B14F-4D97-AF65-F5344CB8AC3E}">
        <p14:creationId xmlns:p14="http://schemas.microsoft.com/office/powerpoint/2010/main" val="195517249"/>
      </p:ext>
    </p:extLst>
  </p:cSld>
  <p:clrMapOvr>
    <a:masterClrMapping/>
  </p:clrMapOvr>
  <p:transition spd="med" advTm="26471">
    <p:pul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5"/>
                                        </p:tgtEl>
                                        <p:attrNameLst>
                                          <p:attrName>style.visibility</p:attrName>
                                        </p:attrNameLst>
                                      </p:cBhvr>
                                      <p:to>
                                        <p:strVal val="visible"/>
                                      </p:to>
                                    </p:set>
                                    <p:animEffect transition="in" filter="wipe(left)">
                                      <p:cBhvr>
                                        <p:cTn id="7" dur="500"/>
                                        <p:tgtEl>
                                          <p:spTgt spid="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 name="TextBox 36"/>
          <p:cNvSpPr txBox="1"/>
          <p:nvPr/>
        </p:nvSpPr>
        <p:spPr>
          <a:xfrm>
            <a:off x="40330" y="1148416"/>
            <a:ext cx="2509439" cy="461665"/>
          </a:xfrm>
          <a:prstGeom prst="rect">
            <a:avLst/>
          </a:prstGeom>
          <a:noFill/>
        </p:spPr>
        <p:txBody>
          <a:bodyPr wrap="square" rtlCol="0">
            <a:spAutoFit/>
          </a:bodyPr>
          <a:lstStyle/>
          <a:p>
            <a:pPr algn="ctr"/>
            <a:r>
              <a:rPr lang="zh-CN" altLang="en-US" b="1" dirty="0">
                <a:solidFill>
                  <a:schemeClr val="bg1"/>
                </a:solidFill>
                <a:latin typeface="+mn-lt"/>
                <a:ea typeface="+mn-ea"/>
                <a:cs typeface="+mn-ea"/>
                <a:sym typeface="+mn-lt"/>
              </a:rPr>
              <a:t>中国情怀</a:t>
            </a:r>
            <a:endParaRPr lang="zh-CN" altLang="en-US" sz="2400" b="1" dirty="0">
              <a:solidFill>
                <a:schemeClr val="bg1"/>
              </a:solidFill>
              <a:latin typeface="+mn-lt"/>
              <a:ea typeface="+mn-ea"/>
              <a:cs typeface="+mn-ea"/>
              <a:sym typeface="+mn-lt"/>
            </a:endParaRPr>
          </a:p>
        </p:txBody>
      </p:sp>
      <p:sp>
        <p:nvSpPr>
          <p:cNvPr id="45" name="Rectangle 6"/>
          <p:cNvSpPr>
            <a:spLocks noChangeArrowheads="1"/>
          </p:cNvSpPr>
          <p:nvPr/>
        </p:nvSpPr>
        <p:spPr bwMode="auto">
          <a:xfrm>
            <a:off x="1418796" y="1660583"/>
            <a:ext cx="8776007" cy="45156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50000"/>
              </a:lnSpc>
              <a:buClr>
                <a:srgbClr val="0066CC"/>
              </a:buClr>
              <a:buFont typeface="Wingdings" panose="05000000000000000000" pitchFamily="2" charset="2"/>
              <a:buChar char="q"/>
            </a:pPr>
            <a:r>
              <a:rPr lang="en-US" altLang="zh-CN" sz="2800" b="1" dirty="0">
                <a:latin typeface="+mn-lt"/>
                <a:ea typeface="+mn-ea"/>
                <a:cs typeface="+mn-ea"/>
                <a:sym typeface="+mn-lt"/>
              </a:rPr>
              <a:t>  </a:t>
            </a:r>
            <a:r>
              <a:rPr lang="zh-CN" altLang="en-US" sz="2800" b="1" dirty="0">
                <a:solidFill>
                  <a:srgbClr val="FF0000"/>
                </a:solidFill>
                <a:latin typeface="+mn-ea"/>
                <a:ea typeface="+mn-ea"/>
                <a:cs typeface="+mn-ea"/>
                <a:sym typeface="+mn-lt"/>
              </a:rPr>
              <a:t>表格报名：</a:t>
            </a:r>
            <a:endParaRPr lang="en-US" altLang="zh-CN" sz="2800" b="1" dirty="0">
              <a:solidFill>
                <a:srgbClr val="FF0000"/>
              </a:solidFill>
              <a:latin typeface="+mn-ea"/>
              <a:ea typeface="+mn-ea"/>
              <a:cs typeface="+mn-ea"/>
              <a:sym typeface="+mn-lt"/>
            </a:endParaRPr>
          </a:p>
          <a:p>
            <a:pPr lvl="1" eaLnBrk="1" hangingPunct="1">
              <a:lnSpc>
                <a:spcPct val="150000"/>
              </a:lnSpc>
              <a:buClr>
                <a:srgbClr val="0066CC"/>
              </a:buClr>
              <a:buFont typeface="Wingdings" panose="05000000000000000000" pitchFamily="2" charset="2"/>
              <a:buChar char="q"/>
            </a:pPr>
            <a:r>
              <a:rPr lang="zh-CN" altLang="en-US" sz="2800" b="1" dirty="0">
                <a:latin typeface="+mn-ea"/>
                <a:ea typeface="+mn-ea"/>
                <a:cs typeface="+mn-ea"/>
                <a:sym typeface="+mn-lt"/>
              </a:rPr>
              <a:t>加入复旦电赛官方微信群，填写群内报名表，发送至</a:t>
            </a:r>
            <a:r>
              <a:rPr lang="en-US" altLang="zh-CN" sz="2800" b="1" dirty="0">
                <a:latin typeface="+mn-ea"/>
                <a:ea typeface="+mn-ea"/>
                <a:cs typeface="+mn-ea"/>
                <a:sym typeface="+mn-lt"/>
                <a:hlinkClick r:id="rId3"/>
              </a:rPr>
              <a:t>fduedc@fudan.edu.cn</a:t>
            </a:r>
            <a:r>
              <a:rPr lang="zh-CN" altLang="en-US" sz="2800" b="1" dirty="0">
                <a:latin typeface="+mn-ea"/>
                <a:ea typeface="+mn-ea"/>
                <a:cs typeface="+mn-ea"/>
                <a:sym typeface="+mn-lt"/>
              </a:rPr>
              <a:t>，每队发送一份即可，多次发送以时间最新的为准</a:t>
            </a:r>
            <a:endParaRPr lang="en-US" altLang="zh-CN" sz="2800" b="1" dirty="0">
              <a:latin typeface="+mn-ea"/>
              <a:ea typeface="+mn-ea"/>
              <a:cs typeface="+mn-ea"/>
              <a:sym typeface="+mn-lt"/>
            </a:endParaRPr>
          </a:p>
          <a:p>
            <a:pPr lvl="1" eaLnBrk="1" hangingPunct="1">
              <a:lnSpc>
                <a:spcPct val="150000"/>
              </a:lnSpc>
              <a:buClr>
                <a:srgbClr val="0066CC"/>
              </a:buClr>
              <a:buFont typeface="Wingdings" panose="05000000000000000000" pitchFamily="2" charset="2"/>
              <a:buChar char="q"/>
            </a:pPr>
            <a:r>
              <a:rPr lang="zh-CN" altLang="en-US" sz="2800" b="1" dirty="0">
                <a:latin typeface="+mn-ea"/>
                <a:ea typeface="+mn-ea"/>
                <a:cs typeface="+mn-ea"/>
                <a:sym typeface="+mn-lt"/>
              </a:rPr>
              <a:t>除特殊提出外，默认参加校赛的同学均参与考核</a:t>
            </a:r>
            <a:endParaRPr lang="en-US" altLang="zh-CN" sz="2800" b="1" dirty="0">
              <a:latin typeface="+mn-ea"/>
              <a:ea typeface="+mn-ea"/>
              <a:cs typeface="+mn-ea"/>
              <a:sym typeface="+mn-lt"/>
            </a:endParaRPr>
          </a:p>
          <a:p>
            <a:pPr eaLnBrk="1" hangingPunct="1">
              <a:lnSpc>
                <a:spcPct val="150000"/>
              </a:lnSpc>
              <a:buClr>
                <a:srgbClr val="0066CC"/>
              </a:buClr>
              <a:buFont typeface="Wingdings" panose="05000000000000000000" pitchFamily="2" charset="2"/>
              <a:buChar char="q"/>
            </a:pPr>
            <a:r>
              <a:rPr lang="zh-CN" altLang="en-US" sz="2800" b="1" dirty="0">
                <a:solidFill>
                  <a:srgbClr val="FF0000"/>
                </a:solidFill>
                <a:latin typeface="+mn-ea"/>
                <a:ea typeface="+mn-ea"/>
                <a:cs typeface="+mn-ea"/>
                <a:sym typeface="+mn-lt"/>
              </a:rPr>
              <a:t>报名截止时间：</a:t>
            </a:r>
            <a:endParaRPr lang="en-US" altLang="zh-CN" sz="2800" b="1" dirty="0">
              <a:solidFill>
                <a:srgbClr val="FF0000"/>
              </a:solidFill>
              <a:latin typeface="+mn-ea"/>
              <a:ea typeface="+mn-ea"/>
              <a:cs typeface="+mn-ea"/>
              <a:sym typeface="+mn-lt"/>
            </a:endParaRPr>
          </a:p>
          <a:p>
            <a:pPr lvl="1" eaLnBrk="1" hangingPunct="1">
              <a:lnSpc>
                <a:spcPct val="150000"/>
              </a:lnSpc>
              <a:buClr>
                <a:srgbClr val="0066CC"/>
              </a:buClr>
              <a:buFont typeface="Wingdings" panose="05000000000000000000" pitchFamily="2" charset="2"/>
              <a:buChar char="q"/>
            </a:pPr>
            <a:r>
              <a:rPr lang="en-US" altLang="zh-CN" sz="2800" b="1" dirty="0">
                <a:latin typeface="+mn-ea"/>
                <a:ea typeface="+mn-ea"/>
                <a:cs typeface="+mn-ea"/>
                <a:sym typeface="+mn-lt"/>
              </a:rPr>
              <a:t>2025</a:t>
            </a:r>
            <a:r>
              <a:rPr lang="zh-CN" altLang="en-US" sz="2800" b="1" dirty="0">
                <a:latin typeface="+mn-ea"/>
                <a:ea typeface="+mn-ea"/>
                <a:cs typeface="+mn-ea"/>
                <a:sym typeface="+mn-lt"/>
              </a:rPr>
              <a:t>年</a:t>
            </a:r>
            <a:r>
              <a:rPr lang="en-US" altLang="zh-CN" sz="2800" b="1" dirty="0">
                <a:latin typeface="+mn-ea"/>
                <a:ea typeface="+mn-ea"/>
                <a:cs typeface="+mn-ea"/>
                <a:sym typeface="+mn-lt"/>
              </a:rPr>
              <a:t>5</a:t>
            </a:r>
            <a:r>
              <a:rPr lang="zh-CN" altLang="en-US" sz="2800" b="1" dirty="0">
                <a:latin typeface="+mn-ea"/>
                <a:ea typeface="+mn-ea"/>
                <a:cs typeface="+mn-ea"/>
                <a:sym typeface="+mn-lt"/>
              </a:rPr>
              <a:t>月</a:t>
            </a:r>
            <a:r>
              <a:rPr lang="en-US" altLang="zh-CN" sz="2800" b="1" dirty="0">
                <a:latin typeface="+mn-ea"/>
                <a:ea typeface="+mn-ea"/>
                <a:cs typeface="+mn-ea"/>
                <a:sym typeface="+mn-lt"/>
              </a:rPr>
              <a:t>14</a:t>
            </a:r>
            <a:r>
              <a:rPr lang="zh-CN" altLang="en-US" sz="2800" b="1" dirty="0">
                <a:latin typeface="+mn-ea"/>
                <a:ea typeface="+mn-ea"/>
                <a:cs typeface="+mn-ea"/>
                <a:sym typeface="+mn-lt"/>
              </a:rPr>
              <a:t>日</a:t>
            </a:r>
            <a:r>
              <a:rPr lang="en-US" altLang="zh-CN" sz="2800" b="1" dirty="0">
                <a:latin typeface="+mn-ea"/>
                <a:ea typeface="+mn-ea"/>
                <a:cs typeface="+mn-ea"/>
                <a:sym typeface="+mn-lt"/>
              </a:rPr>
              <a:t>23:59</a:t>
            </a:r>
            <a:endParaRPr lang="zh-CN" altLang="en-US" sz="2800" b="1" dirty="0">
              <a:latin typeface="+mn-ea"/>
              <a:ea typeface="+mn-ea"/>
              <a:cs typeface="+mn-ea"/>
              <a:sym typeface="+mn-lt"/>
            </a:endParaRPr>
          </a:p>
        </p:txBody>
      </p:sp>
      <p:sp>
        <p:nvSpPr>
          <p:cNvPr id="16" name="标题 1">
            <a:extLst>
              <a:ext uri="{FF2B5EF4-FFF2-40B4-BE49-F238E27FC236}">
                <a16:creationId xmlns:a16="http://schemas.microsoft.com/office/drawing/2014/main" id="{AF466D9B-AF97-49A5-88BF-719A7F647BDD}"/>
              </a:ext>
            </a:extLst>
          </p:cNvPr>
          <p:cNvSpPr>
            <a:spLocks noGrp="1"/>
          </p:cNvSpPr>
          <p:nvPr>
            <p:ph type="title"/>
          </p:nvPr>
        </p:nvSpPr>
        <p:spPr>
          <a:xfrm>
            <a:off x="795" y="-749"/>
            <a:ext cx="12191205" cy="899250"/>
          </a:xfrm>
        </p:spPr>
        <p:txBody>
          <a:bodyPr/>
          <a:lstStyle/>
          <a:p>
            <a:r>
              <a:rPr lang="zh-CN" altLang="en-US" dirty="0"/>
              <a:t>报名方法</a:t>
            </a:r>
          </a:p>
        </p:txBody>
      </p:sp>
    </p:spTree>
    <p:extLst>
      <p:ext uri="{BB962C8B-B14F-4D97-AF65-F5344CB8AC3E}">
        <p14:creationId xmlns:p14="http://schemas.microsoft.com/office/powerpoint/2010/main" val="2322203996"/>
      </p:ext>
    </p:extLst>
  </p:cSld>
  <p:clrMapOvr>
    <a:masterClrMapping/>
  </p:clrMapOvr>
  <p:transition spd="med" advTm="26471">
    <p:pul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5"/>
                                        </p:tgtEl>
                                        <p:attrNameLst>
                                          <p:attrName>style.visibility</p:attrName>
                                        </p:attrNameLst>
                                      </p:cBhvr>
                                      <p:to>
                                        <p:strVal val="visible"/>
                                      </p:to>
                                    </p:set>
                                    <p:animEffect transition="in" filter="wipe(left)">
                                      <p:cBhvr>
                                        <p:cTn id="7" dur="500"/>
                                        <p:tgtEl>
                                          <p:spTgt spid="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 name="TextBox 36"/>
          <p:cNvSpPr txBox="1"/>
          <p:nvPr/>
        </p:nvSpPr>
        <p:spPr>
          <a:xfrm>
            <a:off x="40330" y="1148416"/>
            <a:ext cx="2509439" cy="461665"/>
          </a:xfrm>
          <a:prstGeom prst="rect">
            <a:avLst/>
          </a:prstGeom>
          <a:noFill/>
        </p:spPr>
        <p:txBody>
          <a:bodyPr wrap="square" rtlCol="0">
            <a:spAutoFit/>
          </a:bodyPr>
          <a:lstStyle/>
          <a:p>
            <a:pPr algn="ctr"/>
            <a:r>
              <a:rPr lang="zh-CN" altLang="en-US" b="1" dirty="0">
                <a:solidFill>
                  <a:schemeClr val="bg1"/>
                </a:solidFill>
                <a:latin typeface="+mn-lt"/>
                <a:ea typeface="+mn-ea"/>
                <a:cs typeface="+mn-ea"/>
                <a:sym typeface="+mn-lt"/>
              </a:rPr>
              <a:t>中国情怀</a:t>
            </a:r>
            <a:endParaRPr lang="zh-CN" altLang="en-US" sz="2400" b="1" dirty="0">
              <a:solidFill>
                <a:schemeClr val="bg1"/>
              </a:solidFill>
              <a:latin typeface="+mn-lt"/>
              <a:ea typeface="+mn-ea"/>
              <a:cs typeface="+mn-ea"/>
              <a:sym typeface="+mn-lt"/>
            </a:endParaRPr>
          </a:p>
        </p:txBody>
      </p:sp>
      <p:sp>
        <p:nvSpPr>
          <p:cNvPr id="45" name="Rectangle 6"/>
          <p:cNvSpPr>
            <a:spLocks noChangeArrowheads="1"/>
          </p:cNvSpPr>
          <p:nvPr/>
        </p:nvSpPr>
        <p:spPr bwMode="auto">
          <a:xfrm>
            <a:off x="975624" y="1319656"/>
            <a:ext cx="10240752" cy="50408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ts val="3000"/>
              </a:lnSpc>
              <a:buClr>
                <a:srgbClr val="0066CC"/>
              </a:buClr>
              <a:buFont typeface="Wingdings" panose="05000000000000000000" pitchFamily="2" charset="2"/>
              <a:buChar char="q"/>
            </a:pPr>
            <a:r>
              <a:rPr lang="en-US" altLang="zh-CN" sz="2800" b="1" dirty="0">
                <a:latin typeface="+mn-lt"/>
                <a:ea typeface="+mn-ea"/>
                <a:cs typeface="+mn-ea"/>
                <a:sym typeface="+mn-lt"/>
              </a:rPr>
              <a:t>  </a:t>
            </a:r>
            <a:r>
              <a:rPr lang="en-US" altLang="zh-CN" sz="2400" b="1" dirty="0">
                <a:solidFill>
                  <a:srgbClr val="FF0000"/>
                </a:solidFill>
                <a:latin typeface="+mn-ea"/>
                <a:ea typeface="+mn-ea"/>
                <a:cs typeface="+mn-ea"/>
                <a:sym typeface="+mn-lt"/>
              </a:rPr>
              <a:t>1.	</a:t>
            </a:r>
            <a:r>
              <a:rPr lang="zh-CN" altLang="en-US" sz="2400" b="1" dirty="0">
                <a:solidFill>
                  <a:srgbClr val="FF0000"/>
                </a:solidFill>
                <a:latin typeface="+mn-ea"/>
                <a:ea typeface="+mn-ea"/>
                <a:cs typeface="+mn-ea"/>
                <a:sym typeface="+mn-lt"/>
              </a:rPr>
              <a:t>模拟及数字电路（</a:t>
            </a:r>
            <a:r>
              <a:rPr lang="en-US" altLang="zh-CN" sz="2400" b="1" dirty="0">
                <a:solidFill>
                  <a:srgbClr val="FF0000"/>
                </a:solidFill>
                <a:latin typeface="+mn-ea"/>
                <a:ea typeface="+mn-ea"/>
                <a:cs typeface="+mn-ea"/>
                <a:sym typeface="+mn-lt"/>
              </a:rPr>
              <a:t>20%</a:t>
            </a:r>
            <a:r>
              <a:rPr lang="zh-CN" altLang="en-US" sz="2400" b="1" dirty="0">
                <a:solidFill>
                  <a:srgbClr val="FF0000"/>
                </a:solidFill>
                <a:latin typeface="+mn-ea"/>
                <a:ea typeface="+mn-ea"/>
                <a:cs typeface="+mn-ea"/>
                <a:sym typeface="+mn-lt"/>
              </a:rPr>
              <a:t>）</a:t>
            </a:r>
          </a:p>
          <a:p>
            <a:pPr lvl="1" eaLnBrk="1" hangingPunct="1">
              <a:lnSpc>
                <a:spcPts val="3000"/>
              </a:lnSpc>
              <a:buClr>
                <a:srgbClr val="0066CC"/>
              </a:buClr>
              <a:buFont typeface="Wingdings" panose="05000000000000000000" pitchFamily="2" charset="2"/>
              <a:buChar char="q"/>
            </a:pPr>
            <a:r>
              <a:rPr lang="zh-CN" altLang="en-US" sz="2000" b="1" dirty="0">
                <a:latin typeface="+mn-ea"/>
                <a:ea typeface="+mn-ea"/>
                <a:cs typeface="+mn-ea"/>
                <a:sym typeface="+mn-lt"/>
              </a:rPr>
              <a:t>基本放大电路、运算放大器、滤波器、功率放大电路、升降压电路原理、电路设计等。</a:t>
            </a:r>
          </a:p>
          <a:p>
            <a:pPr lvl="1" eaLnBrk="1" hangingPunct="1">
              <a:lnSpc>
                <a:spcPts val="3000"/>
              </a:lnSpc>
              <a:buClr>
                <a:srgbClr val="0066CC"/>
              </a:buClr>
              <a:buFont typeface="Wingdings" panose="05000000000000000000" pitchFamily="2" charset="2"/>
              <a:buChar char="q"/>
            </a:pPr>
            <a:r>
              <a:rPr lang="zh-CN" altLang="en-US" sz="2000" b="1" dirty="0">
                <a:latin typeface="+mn-ea"/>
                <a:ea typeface="+mn-ea"/>
                <a:cs typeface="+mn-ea"/>
                <a:sym typeface="+mn-lt"/>
              </a:rPr>
              <a:t>组合逻辑与时序逻辑设计、</a:t>
            </a:r>
            <a:r>
              <a:rPr lang="en-US" altLang="zh-CN" sz="2000" b="1" dirty="0">
                <a:latin typeface="+mn-ea"/>
                <a:ea typeface="+mn-ea"/>
                <a:cs typeface="+mn-ea"/>
                <a:sym typeface="+mn-lt"/>
              </a:rPr>
              <a:t>ADC/DAC</a:t>
            </a:r>
            <a:r>
              <a:rPr lang="zh-CN" altLang="en-US" sz="2000" b="1" dirty="0">
                <a:latin typeface="+mn-ea"/>
                <a:ea typeface="+mn-ea"/>
                <a:cs typeface="+mn-ea"/>
                <a:sym typeface="+mn-lt"/>
              </a:rPr>
              <a:t>原理、信号与通信系统基础</a:t>
            </a:r>
          </a:p>
          <a:p>
            <a:pPr eaLnBrk="1" hangingPunct="1">
              <a:lnSpc>
                <a:spcPts val="3000"/>
              </a:lnSpc>
              <a:buClr>
                <a:srgbClr val="0066CC"/>
              </a:buClr>
              <a:buFont typeface="Wingdings" panose="05000000000000000000" pitchFamily="2" charset="2"/>
              <a:buChar char="q"/>
            </a:pPr>
            <a:r>
              <a:rPr lang="en-US" altLang="zh-CN" sz="2400" b="1" dirty="0">
                <a:latin typeface="+mn-ea"/>
                <a:ea typeface="+mn-ea"/>
                <a:cs typeface="+mn-ea"/>
                <a:sym typeface="+mn-lt"/>
              </a:rPr>
              <a:t> </a:t>
            </a:r>
            <a:r>
              <a:rPr lang="en-US" altLang="zh-CN" sz="2400" b="1" dirty="0">
                <a:solidFill>
                  <a:srgbClr val="FF0000"/>
                </a:solidFill>
                <a:latin typeface="+mn-ea"/>
                <a:ea typeface="+mn-ea"/>
                <a:cs typeface="+mn-ea"/>
                <a:sym typeface="+mn-lt"/>
              </a:rPr>
              <a:t>2.	</a:t>
            </a:r>
            <a:r>
              <a:rPr lang="zh-CN" altLang="en-US" sz="2400" b="1" dirty="0">
                <a:solidFill>
                  <a:srgbClr val="FF0000"/>
                </a:solidFill>
                <a:latin typeface="+mn-ea"/>
                <a:ea typeface="+mn-ea"/>
                <a:cs typeface="+mn-ea"/>
                <a:sym typeface="+mn-lt"/>
              </a:rPr>
              <a:t>程序设计（</a:t>
            </a:r>
            <a:r>
              <a:rPr lang="en-US" altLang="zh-CN" sz="2400" b="1" dirty="0">
                <a:solidFill>
                  <a:srgbClr val="FF0000"/>
                </a:solidFill>
                <a:latin typeface="+mn-ea"/>
                <a:ea typeface="+mn-ea"/>
                <a:cs typeface="+mn-ea"/>
                <a:sym typeface="+mn-lt"/>
              </a:rPr>
              <a:t>20%</a:t>
            </a:r>
            <a:r>
              <a:rPr lang="zh-CN" altLang="en-US" sz="2400" b="1" dirty="0">
                <a:solidFill>
                  <a:srgbClr val="FF0000"/>
                </a:solidFill>
                <a:latin typeface="+mn-ea"/>
                <a:ea typeface="+mn-ea"/>
                <a:cs typeface="+mn-ea"/>
                <a:sym typeface="+mn-lt"/>
              </a:rPr>
              <a:t>）</a:t>
            </a:r>
          </a:p>
          <a:p>
            <a:pPr lvl="1" eaLnBrk="1" hangingPunct="1">
              <a:lnSpc>
                <a:spcPts val="3000"/>
              </a:lnSpc>
              <a:buClr>
                <a:srgbClr val="0066CC"/>
              </a:buClr>
              <a:buFont typeface="Wingdings" panose="05000000000000000000" pitchFamily="2" charset="2"/>
              <a:buChar char="q"/>
            </a:pPr>
            <a:r>
              <a:rPr lang="en-US" altLang="zh-CN" sz="2000" b="1" dirty="0">
                <a:latin typeface="+mn-ea"/>
                <a:ea typeface="+mn-ea"/>
                <a:cs typeface="+mn-ea"/>
                <a:sym typeface="+mn-lt"/>
              </a:rPr>
              <a:t>C</a:t>
            </a:r>
            <a:r>
              <a:rPr lang="zh-CN" altLang="en-US" sz="2000" b="1" dirty="0">
                <a:latin typeface="+mn-ea"/>
                <a:ea typeface="+mn-ea"/>
                <a:cs typeface="+mn-ea"/>
                <a:sym typeface="+mn-lt"/>
              </a:rPr>
              <a:t>语言</a:t>
            </a:r>
            <a:r>
              <a:rPr lang="en-US" altLang="zh-CN" sz="2000" b="1" dirty="0">
                <a:latin typeface="+mn-ea"/>
                <a:ea typeface="+mn-ea"/>
                <a:cs typeface="+mn-ea"/>
                <a:sym typeface="+mn-lt"/>
              </a:rPr>
              <a:t>/Python</a:t>
            </a:r>
            <a:r>
              <a:rPr lang="zh-CN" altLang="en-US" sz="2000" b="1" dirty="0">
                <a:latin typeface="+mn-ea"/>
                <a:ea typeface="+mn-ea"/>
                <a:cs typeface="+mn-ea"/>
                <a:sym typeface="+mn-lt"/>
              </a:rPr>
              <a:t>基础、数据结构（队列、栈）、算法设计（排序、查找）。</a:t>
            </a:r>
          </a:p>
          <a:p>
            <a:pPr eaLnBrk="1" hangingPunct="1">
              <a:lnSpc>
                <a:spcPts val="3000"/>
              </a:lnSpc>
              <a:buClr>
                <a:srgbClr val="0066CC"/>
              </a:buClr>
              <a:buFont typeface="Wingdings" panose="05000000000000000000" pitchFamily="2" charset="2"/>
              <a:buChar char="q"/>
            </a:pPr>
            <a:r>
              <a:rPr lang="en-US" altLang="zh-CN" sz="2800" b="1" dirty="0">
                <a:latin typeface="+mn-ea"/>
                <a:ea typeface="+mn-ea"/>
                <a:cs typeface="+mn-ea"/>
                <a:sym typeface="+mn-lt"/>
              </a:rPr>
              <a:t> </a:t>
            </a:r>
            <a:r>
              <a:rPr lang="en-US" altLang="zh-CN" sz="2400" b="1" dirty="0">
                <a:solidFill>
                  <a:srgbClr val="FF0000"/>
                </a:solidFill>
                <a:latin typeface="+mn-ea"/>
                <a:ea typeface="+mn-ea"/>
                <a:cs typeface="+mn-ea"/>
                <a:sym typeface="+mn-lt"/>
              </a:rPr>
              <a:t>3.	</a:t>
            </a:r>
            <a:r>
              <a:rPr lang="zh-CN" altLang="en-US" sz="2400" b="1" dirty="0">
                <a:solidFill>
                  <a:srgbClr val="FF0000"/>
                </a:solidFill>
                <a:latin typeface="+mn-ea"/>
                <a:ea typeface="+mn-ea"/>
                <a:cs typeface="+mn-ea"/>
                <a:sym typeface="+mn-lt"/>
              </a:rPr>
              <a:t>嵌入式系统（</a:t>
            </a:r>
            <a:r>
              <a:rPr lang="en-US" altLang="zh-CN" sz="2400" b="1" dirty="0">
                <a:solidFill>
                  <a:srgbClr val="FF0000"/>
                </a:solidFill>
                <a:latin typeface="+mn-ea"/>
                <a:ea typeface="+mn-ea"/>
                <a:cs typeface="+mn-ea"/>
                <a:sym typeface="+mn-lt"/>
              </a:rPr>
              <a:t>20%</a:t>
            </a:r>
            <a:r>
              <a:rPr lang="zh-CN" altLang="en-US" sz="2400" b="1" dirty="0">
                <a:solidFill>
                  <a:srgbClr val="FF0000"/>
                </a:solidFill>
                <a:latin typeface="+mn-ea"/>
                <a:ea typeface="+mn-ea"/>
                <a:cs typeface="+mn-ea"/>
                <a:sym typeface="+mn-lt"/>
              </a:rPr>
              <a:t>）</a:t>
            </a:r>
          </a:p>
          <a:p>
            <a:pPr lvl="1" eaLnBrk="1" hangingPunct="1">
              <a:lnSpc>
                <a:spcPts val="3000"/>
              </a:lnSpc>
              <a:buClr>
                <a:srgbClr val="0066CC"/>
              </a:buClr>
              <a:buFont typeface="Wingdings" panose="05000000000000000000" pitchFamily="2" charset="2"/>
              <a:buChar char="q"/>
            </a:pPr>
            <a:r>
              <a:rPr lang="zh-CN" altLang="en-US" sz="2000" b="1" dirty="0">
                <a:latin typeface="+mn-ea"/>
                <a:ea typeface="+mn-ea"/>
                <a:cs typeface="+mn-ea"/>
                <a:sym typeface="+mn-lt"/>
              </a:rPr>
              <a:t>单片机（如</a:t>
            </a:r>
            <a:r>
              <a:rPr lang="en-US" altLang="zh-CN" sz="2000" b="1" dirty="0">
                <a:latin typeface="+mn-ea"/>
                <a:ea typeface="+mn-ea"/>
                <a:cs typeface="+mn-ea"/>
                <a:sym typeface="+mn-lt"/>
              </a:rPr>
              <a:t>STM32</a:t>
            </a:r>
            <a:r>
              <a:rPr lang="zh-CN" altLang="en-US" sz="2000" b="1" dirty="0">
                <a:latin typeface="+mn-ea"/>
                <a:ea typeface="+mn-ea"/>
                <a:cs typeface="+mn-ea"/>
                <a:sym typeface="+mn-lt"/>
              </a:rPr>
              <a:t>）架构、外设驱动（</a:t>
            </a:r>
            <a:r>
              <a:rPr lang="en-US" altLang="zh-CN" sz="2000" b="1" dirty="0">
                <a:latin typeface="+mn-ea"/>
                <a:ea typeface="+mn-ea"/>
                <a:cs typeface="+mn-ea"/>
                <a:sym typeface="+mn-lt"/>
              </a:rPr>
              <a:t>GPIO</a:t>
            </a:r>
            <a:r>
              <a:rPr lang="zh-CN" altLang="en-US" sz="2000" b="1" dirty="0">
                <a:latin typeface="+mn-ea"/>
                <a:ea typeface="+mn-ea"/>
                <a:cs typeface="+mn-ea"/>
                <a:sym typeface="+mn-lt"/>
              </a:rPr>
              <a:t>、</a:t>
            </a:r>
            <a:r>
              <a:rPr lang="en-US" altLang="zh-CN" sz="2000" b="1" dirty="0">
                <a:latin typeface="+mn-ea"/>
                <a:ea typeface="+mn-ea"/>
                <a:cs typeface="+mn-ea"/>
                <a:sym typeface="+mn-lt"/>
              </a:rPr>
              <a:t>UART</a:t>
            </a:r>
            <a:r>
              <a:rPr lang="zh-CN" altLang="en-US" sz="2000" b="1" dirty="0">
                <a:latin typeface="+mn-ea"/>
                <a:ea typeface="+mn-ea"/>
                <a:cs typeface="+mn-ea"/>
                <a:sym typeface="+mn-lt"/>
              </a:rPr>
              <a:t>、</a:t>
            </a:r>
            <a:r>
              <a:rPr lang="en-US" altLang="zh-CN" sz="2000" b="1" dirty="0">
                <a:latin typeface="+mn-ea"/>
                <a:ea typeface="+mn-ea"/>
                <a:cs typeface="+mn-ea"/>
                <a:sym typeface="+mn-lt"/>
              </a:rPr>
              <a:t>PWM</a:t>
            </a:r>
            <a:r>
              <a:rPr lang="zh-CN" altLang="en-US" sz="2000" b="1" dirty="0">
                <a:latin typeface="+mn-ea"/>
                <a:ea typeface="+mn-ea"/>
                <a:cs typeface="+mn-ea"/>
                <a:sym typeface="+mn-lt"/>
              </a:rPr>
              <a:t>、</a:t>
            </a:r>
            <a:r>
              <a:rPr lang="en-US" altLang="zh-CN" sz="2000" b="1" dirty="0">
                <a:latin typeface="+mn-ea"/>
                <a:ea typeface="+mn-ea"/>
                <a:cs typeface="+mn-ea"/>
                <a:sym typeface="+mn-lt"/>
              </a:rPr>
              <a:t>I2C</a:t>
            </a:r>
            <a:r>
              <a:rPr lang="zh-CN" altLang="en-US" sz="2000" b="1" dirty="0">
                <a:latin typeface="+mn-ea"/>
                <a:ea typeface="+mn-ea"/>
                <a:cs typeface="+mn-ea"/>
                <a:sym typeface="+mn-lt"/>
              </a:rPr>
              <a:t>、定时器等）等基本的单片机应用开发</a:t>
            </a:r>
          </a:p>
          <a:p>
            <a:pPr eaLnBrk="1" hangingPunct="1">
              <a:lnSpc>
                <a:spcPts val="3000"/>
              </a:lnSpc>
              <a:buClr>
                <a:srgbClr val="0066CC"/>
              </a:buClr>
              <a:buFont typeface="Wingdings" panose="05000000000000000000" pitchFamily="2" charset="2"/>
              <a:buChar char="q"/>
            </a:pPr>
            <a:r>
              <a:rPr lang="en-US" altLang="zh-CN" sz="2400" b="1" dirty="0">
                <a:solidFill>
                  <a:srgbClr val="FF0000"/>
                </a:solidFill>
                <a:latin typeface="+mn-ea"/>
                <a:ea typeface="+mn-ea"/>
                <a:cs typeface="+mn-ea"/>
                <a:sym typeface="+mn-lt"/>
              </a:rPr>
              <a:t> 4.	</a:t>
            </a:r>
            <a:r>
              <a:rPr lang="zh-CN" altLang="en-US" sz="2400" b="1" dirty="0">
                <a:solidFill>
                  <a:srgbClr val="FF0000"/>
                </a:solidFill>
                <a:latin typeface="+mn-ea"/>
                <a:ea typeface="+mn-ea"/>
                <a:cs typeface="+mn-ea"/>
                <a:sym typeface="+mn-lt"/>
              </a:rPr>
              <a:t>控制原理（</a:t>
            </a:r>
            <a:r>
              <a:rPr lang="en-US" altLang="zh-CN" sz="2400" b="1" dirty="0">
                <a:solidFill>
                  <a:srgbClr val="FF0000"/>
                </a:solidFill>
                <a:latin typeface="+mn-ea"/>
                <a:ea typeface="+mn-ea"/>
                <a:cs typeface="+mn-ea"/>
                <a:sym typeface="+mn-lt"/>
              </a:rPr>
              <a:t>20%</a:t>
            </a:r>
            <a:r>
              <a:rPr lang="zh-CN" altLang="en-US" sz="2400" b="1" dirty="0">
                <a:solidFill>
                  <a:srgbClr val="FF0000"/>
                </a:solidFill>
                <a:latin typeface="+mn-ea"/>
                <a:ea typeface="+mn-ea"/>
                <a:cs typeface="+mn-ea"/>
                <a:sym typeface="+mn-lt"/>
              </a:rPr>
              <a:t>）</a:t>
            </a:r>
          </a:p>
          <a:p>
            <a:pPr lvl="1" eaLnBrk="1" hangingPunct="1">
              <a:lnSpc>
                <a:spcPts val="3000"/>
              </a:lnSpc>
              <a:buClr>
                <a:srgbClr val="0066CC"/>
              </a:buClr>
              <a:buFont typeface="Wingdings" panose="05000000000000000000" pitchFamily="2" charset="2"/>
              <a:buChar char="q"/>
            </a:pPr>
            <a:r>
              <a:rPr lang="en-US" altLang="zh-CN" sz="2000" b="1" dirty="0">
                <a:latin typeface="+mn-ea"/>
                <a:ea typeface="+mn-ea"/>
                <a:cs typeface="+mn-ea"/>
                <a:sym typeface="+mn-lt"/>
              </a:rPr>
              <a:t>PID</a:t>
            </a:r>
            <a:r>
              <a:rPr lang="zh-CN" altLang="en-US" sz="2000" b="1" dirty="0">
                <a:latin typeface="+mn-ea"/>
                <a:ea typeface="+mn-ea"/>
                <a:cs typeface="+mn-ea"/>
                <a:sym typeface="+mn-lt"/>
              </a:rPr>
              <a:t>控制原理、传感器与执行器接口设计。</a:t>
            </a:r>
          </a:p>
          <a:p>
            <a:pPr eaLnBrk="1" hangingPunct="1">
              <a:lnSpc>
                <a:spcPts val="3000"/>
              </a:lnSpc>
              <a:buClr>
                <a:srgbClr val="0066CC"/>
              </a:buClr>
              <a:buFont typeface="Wingdings" panose="05000000000000000000" pitchFamily="2" charset="2"/>
              <a:buChar char="q"/>
            </a:pPr>
            <a:r>
              <a:rPr lang="en-US" altLang="zh-CN" sz="2400" b="1" dirty="0">
                <a:solidFill>
                  <a:srgbClr val="FF0000"/>
                </a:solidFill>
                <a:latin typeface="+mn-ea"/>
                <a:ea typeface="+mn-ea"/>
                <a:cs typeface="+mn-ea"/>
                <a:sym typeface="+mn-lt"/>
              </a:rPr>
              <a:t> 5.	</a:t>
            </a:r>
            <a:r>
              <a:rPr lang="zh-CN" altLang="en-US" sz="2400" b="1" dirty="0">
                <a:solidFill>
                  <a:srgbClr val="FF0000"/>
                </a:solidFill>
                <a:latin typeface="+mn-ea"/>
                <a:ea typeface="+mn-ea"/>
                <a:cs typeface="+mn-ea"/>
                <a:sym typeface="+mn-lt"/>
              </a:rPr>
              <a:t>高频原理（</a:t>
            </a:r>
            <a:r>
              <a:rPr lang="en-US" altLang="zh-CN" sz="2400" b="1" dirty="0">
                <a:solidFill>
                  <a:srgbClr val="FF0000"/>
                </a:solidFill>
                <a:latin typeface="+mn-ea"/>
                <a:ea typeface="+mn-ea"/>
                <a:cs typeface="+mn-ea"/>
                <a:sym typeface="+mn-lt"/>
              </a:rPr>
              <a:t>20%</a:t>
            </a:r>
            <a:r>
              <a:rPr lang="zh-CN" altLang="en-US" sz="2400" b="1" dirty="0">
                <a:solidFill>
                  <a:srgbClr val="FF0000"/>
                </a:solidFill>
                <a:latin typeface="+mn-ea"/>
                <a:ea typeface="+mn-ea"/>
                <a:cs typeface="+mn-ea"/>
                <a:sym typeface="+mn-lt"/>
              </a:rPr>
              <a:t>）</a:t>
            </a:r>
          </a:p>
          <a:p>
            <a:pPr lvl="1" eaLnBrk="1" hangingPunct="1">
              <a:lnSpc>
                <a:spcPts val="3000"/>
              </a:lnSpc>
              <a:buClr>
                <a:srgbClr val="0066CC"/>
              </a:buClr>
              <a:buFont typeface="Wingdings" panose="05000000000000000000" pitchFamily="2" charset="2"/>
              <a:buChar char="q"/>
            </a:pPr>
            <a:r>
              <a:rPr lang="zh-CN" altLang="en-US" sz="2000" b="1" dirty="0">
                <a:latin typeface="+mn-ea"/>
                <a:ea typeface="+mn-ea"/>
                <a:cs typeface="+mn-ea"/>
                <a:sym typeface="+mn-lt"/>
              </a:rPr>
              <a:t>调制解调、锁相环、高频电路设计等。</a:t>
            </a:r>
          </a:p>
        </p:txBody>
      </p:sp>
      <p:sp>
        <p:nvSpPr>
          <p:cNvPr id="16" name="标题 1">
            <a:extLst>
              <a:ext uri="{FF2B5EF4-FFF2-40B4-BE49-F238E27FC236}">
                <a16:creationId xmlns:a16="http://schemas.microsoft.com/office/drawing/2014/main" id="{AF466D9B-AF97-49A5-88BF-719A7F647BDD}"/>
              </a:ext>
            </a:extLst>
          </p:cNvPr>
          <p:cNvSpPr>
            <a:spLocks noGrp="1"/>
          </p:cNvSpPr>
          <p:nvPr>
            <p:ph type="title"/>
          </p:nvPr>
        </p:nvSpPr>
        <p:spPr>
          <a:xfrm>
            <a:off x="795" y="-749"/>
            <a:ext cx="12191205" cy="899250"/>
          </a:xfrm>
        </p:spPr>
        <p:txBody>
          <a:bodyPr/>
          <a:lstStyle/>
          <a:p>
            <a:r>
              <a:rPr lang="zh-CN" altLang="en-US" dirty="0"/>
              <a:t>考试内容</a:t>
            </a:r>
          </a:p>
        </p:txBody>
      </p:sp>
    </p:spTree>
    <p:extLst>
      <p:ext uri="{BB962C8B-B14F-4D97-AF65-F5344CB8AC3E}">
        <p14:creationId xmlns:p14="http://schemas.microsoft.com/office/powerpoint/2010/main" val="1835401225"/>
      </p:ext>
    </p:extLst>
  </p:cSld>
  <p:clrMapOvr>
    <a:masterClrMapping/>
  </p:clrMapOvr>
  <p:transition spd="med" advTm="26471">
    <p:pul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5"/>
                                        </p:tgtEl>
                                        <p:attrNameLst>
                                          <p:attrName>style.visibility</p:attrName>
                                        </p:attrNameLst>
                                      </p:cBhvr>
                                      <p:to>
                                        <p:strVal val="visible"/>
                                      </p:to>
                                    </p:set>
                                    <p:animEffect transition="in" filter="wipe(left)">
                                      <p:cBhvr>
                                        <p:cTn id="7" dur="500"/>
                                        <p:tgtEl>
                                          <p:spTgt spid="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 name="TextBox 36"/>
          <p:cNvSpPr txBox="1"/>
          <p:nvPr/>
        </p:nvSpPr>
        <p:spPr>
          <a:xfrm>
            <a:off x="40330" y="1148416"/>
            <a:ext cx="2509439" cy="461665"/>
          </a:xfrm>
          <a:prstGeom prst="rect">
            <a:avLst/>
          </a:prstGeom>
          <a:noFill/>
        </p:spPr>
        <p:txBody>
          <a:bodyPr wrap="square" rtlCol="0">
            <a:spAutoFit/>
          </a:bodyPr>
          <a:lstStyle/>
          <a:p>
            <a:pPr algn="ctr"/>
            <a:r>
              <a:rPr lang="zh-CN" altLang="en-US" b="1" dirty="0">
                <a:solidFill>
                  <a:schemeClr val="bg1"/>
                </a:solidFill>
                <a:latin typeface="+mn-lt"/>
                <a:ea typeface="+mn-ea"/>
                <a:cs typeface="+mn-ea"/>
                <a:sym typeface="+mn-lt"/>
              </a:rPr>
              <a:t>中国情怀</a:t>
            </a:r>
            <a:endParaRPr lang="zh-CN" altLang="en-US" sz="2400" b="1" dirty="0">
              <a:solidFill>
                <a:schemeClr val="bg1"/>
              </a:solidFill>
              <a:latin typeface="+mn-lt"/>
              <a:ea typeface="+mn-ea"/>
              <a:cs typeface="+mn-ea"/>
              <a:sym typeface="+mn-lt"/>
            </a:endParaRPr>
          </a:p>
        </p:txBody>
      </p:sp>
      <p:sp>
        <p:nvSpPr>
          <p:cNvPr id="45" name="Rectangle 6"/>
          <p:cNvSpPr>
            <a:spLocks noChangeArrowheads="1"/>
          </p:cNvSpPr>
          <p:nvPr/>
        </p:nvSpPr>
        <p:spPr bwMode="auto">
          <a:xfrm>
            <a:off x="975624" y="1319656"/>
            <a:ext cx="10240752" cy="35105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ts val="3000"/>
              </a:lnSpc>
              <a:buClr>
                <a:srgbClr val="0066CC"/>
              </a:buClr>
              <a:buFont typeface="Wingdings" panose="05000000000000000000" pitchFamily="2" charset="2"/>
              <a:buChar char="q"/>
            </a:pPr>
            <a:r>
              <a:rPr lang="en-US" altLang="zh-CN" sz="2800" b="1" dirty="0">
                <a:latin typeface="+mn-lt"/>
                <a:ea typeface="+mn-ea"/>
                <a:cs typeface="+mn-ea"/>
                <a:sym typeface="+mn-lt"/>
              </a:rPr>
              <a:t>  </a:t>
            </a:r>
            <a:r>
              <a:rPr lang="zh-CN" altLang="en-US" sz="2400" b="1" dirty="0">
                <a:latin typeface="+mn-lt"/>
                <a:ea typeface="+mn-ea"/>
                <a:cs typeface="+mn-ea"/>
                <a:sym typeface="+mn-lt"/>
              </a:rPr>
              <a:t>选择题</a:t>
            </a:r>
            <a:endParaRPr lang="en-US" altLang="zh-CN" sz="2400" b="1" dirty="0">
              <a:latin typeface="+mn-lt"/>
              <a:ea typeface="+mn-ea"/>
              <a:cs typeface="+mn-ea"/>
              <a:sym typeface="+mn-lt"/>
            </a:endParaRPr>
          </a:p>
          <a:p>
            <a:pPr lvl="1" eaLnBrk="1" hangingPunct="1">
              <a:lnSpc>
                <a:spcPts val="3000"/>
              </a:lnSpc>
              <a:buClr>
                <a:srgbClr val="0066CC"/>
              </a:buClr>
              <a:buFont typeface="Wingdings" panose="05000000000000000000" pitchFamily="2" charset="2"/>
              <a:buChar char="q"/>
            </a:pPr>
            <a:r>
              <a:rPr lang="zh-CN" altLang="en-US" sz="2000" b="1" dirty="0">
                <a:latin typeface="+mn-ea"/>
                <a:ea typeface="+mn-ea"/>
                <a:cs typeface="+mn-ea"/>
                <a:sym typeface="+mn-lt"/>
              </a:rPr>
              <a:t>单选</a:t>
            </a:r>
            <a:endParaRPr lang="en-US" altLang="zh-CN" sz="2000" b="1" dirty="0">
              <a:latin typeface="+mn-ea"/>
              <a:ea typeface="+mn-ea"/>
              <a:cs typeface="+mn-ea"/>
              <a:sym typeface="+mn-lt"/>
            </a:endParaRPr>
          </a:p>
          <a:p>
            <a:pPr lvl="1" eaLnBrk="1" hangingPunct="1">
              <a:lnSpc>
                <a:spcPts val="3000"/>
              </a:lnSpc>
              <a:buClr>
                <a:srgbClr val="0066CC"/>
              </a:buClr>
              <a:buFont typeface="Wingdings" panose="05000000000000000000" pitchFamily="2" charset="2"/>
              <a:buChar char="q"/>
            </a:pPr>
            <a:r>
              <a:rPr lang="zh-CN" altLang="en-US" sz="2000" b="1" dirty="0">
                <a:latin typeface="+mn-ea"/>
                <a:ea typeface="+mn-ea"/>
                <a:cs typeface="+mn-ea"/>
                <a:sym typeface="+mn-lt"/>
              </a:rPr>
              <a:t>多选</a:t>
            </a:r>
            <a:endParaRPr lang="en-US" altLang="zh-CN" sz="2000" b="1" dirty="0">
              <a:latin typeface="+mn-ea"/>
              <a:ea typeface="+mn-ea"/>
              <a:cs typeface="+mn-ea"/>
              <a:sym typeface="+mn-lt"/>
            </a:endParaRPr>
          </a:p>
          <a:p>
            <a:pPr marL="457200" lvl="1" indent="0" eaLnBrk="1" hangingPunct="1">
              <a:lnSpc>
                <a:spcPts val="3000"/>
              </a:lnSpc>
              <a:buClr>
                <a:srgbClr val="0066CC"/>
              </a:buClr>
            </a:pPr>
            <a:endParaRPr lang="zh-CN" altLang="en-US" sz="2000" b="1" dirty="0">
              <a:latin typeface="+mn-ea"/>
              <a:ea typeface="+mn-ea"/>
              <a:cs typeface="+mn-ea"/>
              <a:sym typeface="+mn-lt"/>
            </a:endParaRPr>
          </a:p>
          <a:p>
            <a:pPr eaLnBrk="1" hangingPunct="1">
              <a:lnSpc>
                <a:spcPts val="3000"/>
              </a:lnSpc>
              <a:buClr>
                <a:srgbClr val="0066CC"/>
              </a:buClr>
              <a:buFont typeface="Wingdings" panose="05000000000000000000" pitchFamily="2" charset="2"/>
              <a:buChar char="q"/>
            </a:pPr>
            <a:r>
              <a:rPr lang="en-US" altLang="zh-CN" sz="2800" b="1" dirty="0">
                <a:latin typeface="+mn-ea"/>
                <a:ea typeface="+mn-ea"/>
                <a:cs typeface="+mn-ea"/>
                <a:sym typeface="+mn-lt"/>
              </a:rPr>
              <a:t> </a:t>
            </a:r>
            <a:r>
              <a:rPr lang="zh-CN" altLang="en-US" sz="2400" b="1" dirty="0">
                <a:latin typeface="+mn-ea"/>
                <a:ea typeface="+mn-ea"/>
                <a:cs typeface="+mn-ea"/>
                <a:sym typeface="+mn-lt"/>
              </a:rPr>
              <a:t>填空</a:t>
            </a:r>
            <a:endParaRPr lang="en-US" altLang="zh-CN" sz="2400" b="1" dirty="0">
              <a:latin typeface="+mn-ea"/>
              <a:ea typeface="+mn-ea"/>
              <a:cs typeface="+mn-ea"/>
              <a:sym typeface="+mn-lt"/>
            </a:endParaRPr>
          </a:p>
          <a:p>
            <a:pPr eaLnBrk="1" hangingPunct="1">
              <a:lnSpc>
                <a:spcPts val="3000"/>
              </a:lnSpc>
              <a:buClr>
                <a:srgbClr val="0066CC"/>
              </a:buClr>
            </a:pPr>
            <a:endParaRPr lang="en-US" altLang="zh-CN" sz="2400" b="1" dirty="0">
              <a:solidFill>
                <a:srgbClr val="FF0000"/>
              </a:solidFill>
              <a:latin typeface="+mn-ea"/>
              <a:ea typeface="+mn-ea"/>
              <a:cs typeface="+mn-ea"/>
              <a:sym typeface="+mn-lt"/>
            </a:endParaRPr>
          </a:p>
          <a:p>
            <a:pPr eaLnBrk="1" hangingPunct="1">
              <a:lnSpc>
                <a:spcPts val="3000"/>
              </a:lnSpc>
              <a:buClr>
                <a:srgbClr val="0066CC"/>
              </a:buClr>
              <a:buFont typeface="Wingdings" panose="05000000000000000000" pitchFamily="2" charset="2"/>
              <a:buChar char="q"/>
            </a:pPr>
            <a:r>
              <a:rPr lang="zh-CN" altLang="en-US" sz="2400" b="1" dirty="0">
                <a:solidFill>
                  <a:srgbClr val="FF0000"/>
                </a:solidFill>
                <a:latin typeface="+mn-ea"/>
                <a:ea typeface="+mn-ea"/>
                <a:cs typeface="+mn-ea"/>
                <a:sym typeface="+mn-lt"/>
              </a:rPr>
              <a:t>  </a:t>
            </a:r>
            <a:r>
              <a:rPr lang="zh-CN" altLang="en-US" sz="2400" b="1" dirty="0">
                <a:latin typeface="+mn-ea"/>
                <a:ea typeface="+mn-ea"/>
                <a:cs typeface="+mn-ea"/>
                <a:sym typeface="+mn-lt"/>
              </a:rPr>
              <a:t>简答题</a:t>
            </a:r>
            <a:endParaRPr lang="en-US" altLang="zh-CN" sz="2400" b="1" dirty="0">
              <a:latin typeface="+mn-ea"/>
              <a:ea typeface="+mn-ea"/>
              <a:cs typeface="+mn-ea"/>
              <a:sym typeface="+mn-lt"/>
            </a:endParaRPr>
          </a:p>
          <a:p>
            <a:pPr eaLnBrk="1" hangingPunct="1">
              <a:lnSpc>
                <a:spcPts val="3000"/>
              </a:lnSpc>
              <a:buClr>
                <a:srgbClr val="0066CC"/>
              </a:buClr>
            </a:pPr>
            <a:r>
              <a:rPr lang="en-US" altLang="zh-CN" sz="2400" b="1" dirty="0">
                <a:latin typeface="+mn-ea"/>
                <a:ea typeface="+mn-ea"/>
                <a:cs typeface="+mn-ea"/>
                <a:sym typeface="+mn-lt"/>
              </a:rPr>
              <a:t> </a:t>
            </a:r>
          </a:p>
          <a:p>
            <a:pPr eaLnBrk="1" hangingPunct="1">
              <a:lnSpc>
                <a:spcPts val="3000"/>
              </a:lnSpc>
              <a:buClr>
                <a:srgbClr val="0066CC"/>
              </a:buClr>
              <a:buFont typeface="Wingdings" panose="05000000000000000000" pitchFamily="2" charset="2"/>
              <a:buChar char="q"/>
            </a:pPr>
            <a:r>
              <a:rPr lang="zh-CN" altLang="en-US" sz="2400" b="1" dirty="0">
                <a:latin typeface="+mn-ea"/>
                <a:ea typeface="+mn-ea"/>
                <a:cs typeface="+mn-ea"/>
                <a:sym typeface="+mn-lt"/>
              </a:rPr>
              <a:t>  综合设计题</a:t>
            </a:r>
          </a:p>
        </p:txBody>
      </p:sp>
      <p:sp>
        <p:nvSpPr>
          <p:cNvPr id="16" name="标题 1">
            <a:extLst>
              <a:ext uri="{FF2B5EF4-FFF2-40B4-BE49-F238E27FC236}">
                <a16:creationId xmlns:a16="http://schemas.microsoft.com/office/drawing/2014/main" id="{AF466D9B-AF97-49A5-88BF-719A7F647BDD}"/>
              </a:ext>
            </a:extLst>
          </p:cNvPr>
          <p:cNvSpPr>
            <a:spLocks noGrp="1"/>
          </p:cNvSpPr>
          <p:nvPr>
            <p:ph type="title"/>
          </p:nvPr>
        </p:nvSpPr>
        <p:spPr>
          <a:xfrm>
            <a:off x="795" y="-749"/>
            <a:ext cx="12191205" cy="899250"/>
          </a:xfrm>
        </p:spPr>
        <p:txBody>
          <a:bodyPr/>
          <a:lstStyle/>
          <a:p>
            <a:r>
              <a:rPr lang="zh-CN" altLang="en-US" dirty="0"/>
              <a:t>考试题型</a:t>
            </a:r>
          </a:p>
        </p:txBody>
      </p:sp>
    </p:spTree>
    <p:extLst>
      <p:ext uri="{BB962C8B-B14F-4D97-AF65-F5344CB8AC3E}">
        <p14:creationId xmlns:p14="http://schemas.microsoft.com/office/powerpoint/2010/main" val="712865181"/>
      </p:ext>
    </p:extLst>
  </p:cSld>
  <p:clrMapOvr>
    <a:masterClrMapping/>
  </p:clrMapOvr>
  <p:transition spd="med" advTm="26471">
    <p:pul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5"/>
                                        </p:tgtEl>
                                        <p:attrNameLst>
                                          <p:attrName>style.visibility</p:attrName>
                                        </p:attrNameLst>
                                      </p:cBhvr>
                                      <p:to>
                                        <p:strVal val="visible"/>
                                      </p:to>
                                    </p:set>
                                    <p:animEffect transition="in" filter="wipe(left)">
                                      <p:cBhvr>
                                        <p:cTn id="7" dur="500"/>
                                        <p:tgtEl>
                                          <p:spTgt spid="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 name="TextBox 36"/>
          <p:cNvSpPr txBox="1"/>
          <p:nvPr/>
        </p:nvSpPr>
        <p:spPr>
          <a:xfrm>
            <a:off x="40330" y="1148416"/>
            <a:ext cx="2509439" cy="461665"/>
          </a:xfrm>
          <a:prstGeom prst="rect">
            <a:avLst/>
          </a:prstGeom>
          <a:noFill/>
        </p:spPr>
        <p:txBody>
          <a:bodyPr wrap="square" rtlCol="0">
            <a:spAutoFit/>
          </a:bodyPr>
          <a:lstStyle/>
          <a:p>
            <a:pPr algn="ctr"/>
            <a:r>
              <a:rPr lang="zh-CN" altLang="en-US" b="1" dirty="0">
                <a:solidFill>
                  <a:schemeClr val="bg1"/>
                </a:solidFill>
                <a:latin typeface="+mn-lt"/>
                <a:ea typeface="+mn-ea"/>
                <a:cs typeface="+mn-ea"/>
                <a:sym typeface="+mn-lt"/>
              </a:rPr>
              <a:t>中国情怀</a:t>
            </a:r>
            <a:endParaRPr lang="zh-CN" altLang="en-US" sz="2400" b="1" dirty="0">
              <a:solidFill>
                <a:schemeClr val="bg1"/>
              </a:solidFill>
              <a:latin typeface="+mn-lt"/>
              <a:ea typeface="+mn-ea"/>
              <a:cs typeface="+mn-ea"/>
              <a:sym typeface="+mn-lt"/>
            </a:endParaRPr>
          </a:p>
        </p:txBody>
      </p:sp>
      <p:sp>
        <p:nvSpPr>
          <p:cNvPr id="45" name="Rectangle 6"/>
          <p:cNvSpPr>
            <a:spLocks noChangeArrowheads="1"/>
          </p:cNvSpPr>
          <p:nvPr/>
        </p:nvSpPr>
        <p:spPr bwMode="auto">
          <a:xfrm>
            <a:off x="975624" y="1319656"/>
            <a:ext cx="10240752" cy="4249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200000"/>
              </a:lnSpc>
              <a:buClr>
                <a:srgbClr val="0066CC"/>
              </a:buClr>
              <a:buFont typeface="Wingdings" panose="05000000000000000000" pitchFamily="2" charset="2"/>
              <a:buChar char="q"/>
            </a:pPr>
            <a:r>
              <a:rPr lang="en-US" altLang="zh-CN" sz="2800" b="1" dirty="0">
                <a:latin typeface="+mn-lt"/>
                <a:ea typeface="+mn-ea"/>
                <a:cs typeface="+mn-ea"/>
                <a:sym typeface="+mn-lt"/>
              </a:rPr>
              <a:t>  </a:t>
            </a:r>
            <a:r>
              <a:rPr lang="zh-CN" altLang="en-US" sz="2400" b="1" dirty="0">
                <a:solidFill>
                  <a:srgbClr val="FF0000"/>
                </a:solidFill>
                <a:latin typeface="+mn-lt"/>
                <a:ea typeface="+mn-ea"/>
                <a:cs typeface="+mn-ea"/>
                <a:sym typeface="+mn-lt"/>
              </a:rPr>
              <a:t>闭卷</a:t>
            </a:r>
            <a:r>
              <a:rPr lang="zh-CN" altLang="en-US" sz="2400" b="1" dirty="0">
                <a:latin typeface="+mn-lt"/>
                <a:ea typeface="+mn-ea"/>
                <a:cs typeface="+mn-ea"/>
                <a:sym typeface="+mn-lt"/>
              </a:rPr>
              <a:t>考试，禁止携带电子设备、书籍、笔记，仅允许使用无存储功能的计算器。</a:t>
            </a:r>
          </a:p>
          <a:p>
            <a:pPr eaLnBrk="1" hangingPunct="1">
              <a:lnSpc>
                <a:spcPct val="200000"/>
              </a:lnSpc>
              <a:buClr>
                <a:srgbClr val="0066CC"/>
              </a:buClr>
              <a:buFont typeface="Wingdings" panose="05000000000000000000" pitchFamily="2" charset="2"/>
              <a:buChar char="q"/>
            </a:pPr>
            <a:r>
              <a:rPr lang="en-US" altLang="zh-CN" sz="2400" b="1" dirty="0">
                <a:latin typeface="+mn-lt"/>
                <a:ea typeface="+mn-ea"/>
                <a:cs typeface="+mn-ea"/>
                <a:sym typeface="+mn-lt"/>
              </a:rPr>
              <a:t>  </a:t>
            </a:r>
            <a:r>
              <a:rPr lang="zh-CN" altLang="en-US" sz="2400" b="1" dirty="0">
                <a:latin typeface="+mn-lt"/>
                <a:ea typeface="+mn-ea"/>
                <a:cs typeface="+mn-ea"/>
                <a:sym typeface="+mn-lt"/>
              </a:rPr>
              <a:t>考试期间</a:t>
            </a:r>
            <a:r>
              <a:rPr lang="zh-CN" altLang="en-US" sz="2400" b="1" dirty="0">
                <a:solidFill>
                  <a:srgbClr val="FF0000"/>
                </a:solidFill>
                <a:latin typeface="+mn-lt"/>
                <a:ea typeface="+mn-ea"/>
                <a:cs typeface="+mn-ea"/>
                <a:sym typeface="+mn-lt"/>
              </a:rPr>
              <a:t>除组内队员外</a:t>
            </a:r>
            <a:r>
              <a:rPr lang="zh-CN" altLang="en-US" sz="2400" b="1" dirty="0">
                <a:latin typeface="+mn-lt"/>
                <a:ea typeface="+mn-ea"/>
                <a:cs typeface="+mn-ea"/>
                <a:sym typeface="+mn-lt"/>
              </a:rPr>
              <a:t>，禁止交流，禁止随意走动，违者取消资格。</a:t>
            </a:r>
            <a:endParaRPr lang="en-US" altLang="zh-CN" sz="2400" b="1" dirty="0">
              <a:latin typeface="+mn-lt"/>
              <a:ea typeface="+mn-ea"/>
              <a:cs typeface="+mn-ea"/>
              <a:sym typeface="+mn-lt"/>
            </a:endParaRPr>
          </a:p>
          <a:p>
            <a:pPr eaLnBrk="1" hangingPunct="1">
              <a:lnSpc>
                <a:spcPct val="200000"/>
              </a:lnSpc>
              <a:buClr>
                <a:srgbClr val="0066CC"/>
              </a:buClr>
              <a:buFont typeface="Wingdings" panose="05000000000000000000" pitchFamily="2" charset="2"/>
              <a:buChar char="q"/>
            </a:pPr>
            <a:r>
              <a:rPr lang="en-US" altLang="zh-CN" sz="2400" b="1" dirty="0">
                <a:latin typeface="+mn-lt"/>
                <a:ea typeface="+mn-ea"/>
                <a:cs typeface="+mn-ea"/>
                <a:sym typeface="+mn-lt"/>
              </a:rPr>
              <a:t>  </a:t>
            </a:r>
            <a:r>
              <a:rPr lang="zh-CN" altLang="en-US" sz="2400" b="1" dirty="0">
                <a:latin typeface="+mn-lt"/>
                <a:ea typeface="+mn-ea"/>
                <a:cs typeface="+mn-ea"/>
                <a:sym typeface="+mn-lt"/>
              </a:rPr>
              <a:t>迟到</a:t>
            </a:r>
            <a:r>
              <a:rPr lang="en-US" altLang="zh-CN" sz="2400" b="1" dirty="0">
                <a:latin typeface="+mn-lt"/>
                <a:ea typeface="+mn-ea"/>
                <a:cs typeface="+mn-ea"/>
                <a:sym typeface="+mn-lt"/>
              </a:rPr>
              <a:t>30</a:t>
            </a:r>
            <a:r>
              <a:rPr lang="zh-CN" altLang="en-US" sz="2400" b="1" dirty="0">
                <a:latin typeface="+mn-lt"/>
                <a:ea typeface="+mn-ea"/>
                <a:cs typeface="+mn-ea"/>
                <a:sym typeface="+mn-lt"/>
              </a:rPr>
              <a:t>分钟以上者不得入场，缺考队伍视为自动放弃选拔资格。</a:t>
            </a:r>
            <a:endParaRPr lang="en-US" altLang="zh-CN" sz="2400" b="1" dirty="0">
              <a:latin typeface="+mn-lt"/>
              <a:ea typeface="+mn-ea"/>
              <a:cs typeface="+mn-ea"/>
              <a:sym typeface="+mn-lt"/>
            </a:endParaRPr>
          </a:p>
          <a:p>
            <a:pPr eaLnBrk="1" hangingPunct="1">
              <a:lnSpc>
                <a:spcPct val="200000"/>
              </a:lnSpc>
              <a:buClr>
                <a:srgbClr val="0066CC"/>
              </a:buClr>
            </a:pPr>
            <a:endParaRPr lang="zh-CN" altLang="en-US" sz="2400" b="1" dirty="0">
              <a:latin typeface="+mn-lt"/>
              <a:ea typeface="+mn-ea"/>
              <a:cs typeface="+mn-ea"/>
              <a:sym typeface="+mn-lt"/>
            </a:endParaRPr>
          </a:p>
          <a:p>
            <a:pPr eaLnBrk="1" hangingPunct="1">
              <a:lnSpc>
                <a:spcPts val="3000"/>
              </a:lnSpc>
              <a:buClr>
                <a:srgbClr val="0066CC"/>
              </a:buClr>
              <a:buFont typeface="Wingdings" panose="05000000000000000000" pitchFamily="2" charset="2"/>
              <a:buChar char="q"/>
            </a:pPr>
            <a:endParaRPr lang="zh-CN" altLang="en-US" sz="2400" b="1" dirty="0">
              <a:latin typeface="+mn-ea"/>
              <a:ea typeface="+mn-ea"/>
              <a:cs typeface="+mn-ea"/>
              <a:sym typeface="+mn-lt"/>
            </a:endParaRPr>
          </a:p>
        </p:txBody>
      </p:sp>
      <p:sp>
        <p:nvSpPr>
          <p:cNvPr id="16" name="标题 1">
            <a:extLst>
              <a:ext uri="{FF2B5EF4-FFF2-40B4-BE49-F238E27FC236}">
                <a16:creationId xmlns:a16="http://schemas.microsoft.com/office/drawing/2014/main" id="{AF466D9B-AF97-49A5-88BF-719A7F647BDD}"/>
              </a:ext>
            </a:extLst>
          </p:cNvPr>
          <p:cNvSpPr>
            <a:spLocks noGrp="1"/>
          </p:cNvSpPr>
          <p:nvPr>
            <p:ph type="title"/>
          </p:nvPr>
        </p:nvSpPr>
        <p:spPr>
          <a:xfrm>
            <a:off x="795" y="-749"/>
            <a:ext cx="12191205" cy="899250"/>
          </a:xfrm>
        </p:spPr>
        <p:txBody>
          <a:bodyPr/>
          <a:lstStyle/>
          <a:p>
            <a:r>
              <a:rPr lang="zh-CN" altLang="en-US" dirty="0"/>
              <a:t>考场规则</a:t>
            </a:r>
          </a:p>
        </p:txBody>
      </p:sp>
    </p:spTree>
    <p:extLst>
      <p:ext uri="{BB962C8B-B14F-4D97-AF65-F5344CB8AC3E}">
        <p14:creationId xmlns:p14="http://schemas.microsoft.com/office/powerpoint/2010/main" val="3744847850"/>
      </p:ext>
    </p:extLst>
  </p:cSld>
  <p:clrMapOvr>
    <a:masterClrMapping/>
  </p:clrMapOvr>
  <p:transition spd="med" advTm="26471">
    <p:pul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5"/>
                                        </p:tgtEl>
                                        <p:attrNameLst>
                                          <p:attrName>style.visibility</p:attrName>
                                        </p:attrNameLst>
                                      </p:cBhvr>
                                      <p:to>
                                        <p:strVal val="visible"/>
                                      </p:to>
                                    </p:set>
                                    <p:animEffect transition="in" filter="wipe(left)">
                                      <p:cBhvr>
                                        <p:cTn id="7" dur="500"/>
                                        <p:tgtEl>
                                          <p:spTgt spid="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 name="TextBox 36"/>
          <p:cNvSpPr txBox="1"/>
          <p:nvPr/>
        </p:nvSpPr>
        <p:spPr>
          <a:xfrm>
            <a:off x="40330" y="1148416"/>
            <a:ext cx="2509439" cy="461665"/>
          </a:xfrm>
          <a:prstGeom prst="rect">
            <a:avLst/>
          </a:prstGeom>
          <a:noFill/>
        </p:spPr>
        <p:txBody>
          <a:bodyPr wrap="square" rtlCol="0">
            <a:spAutoFit/>
          </a:bodyPr>
          <a:lstStyle/>
          <a:p>
            <a:pPr algn="ctr"/>
            <a:r>
              <a:rPr lang="zh-CN" altLang="en-US" b="1" dirty="0">
                <a:solidFill>
                  <a:schemeClr val="bg1"/>
                </a:solidFill>
                <a:latin typeface="+mn-lt"/>
                <a:ea typeface="+mn-ea"/>
                <a:cs typeface="+mn-ea"/>
                <a:sym typeface="+mn-lt"/>
              </a:rPr>
              <a:t>中国情怀</a:t>
            </a:r>
            <a:endParaRPr lang="zh-CN" altLang="en-US" sz="2400" b="1" dirty="0">
              <a:solidFill>
                <a:schemeClr val="bg1"/>
              </a:solidFill>
              <a:latin typeface="+mn-lt"/>
              <a:ea typeface="+mn-ea"/>
              <a:cs typeface="+mn-ea"/>
              <a:sym typeface="+mn-lt"/>
            </a:endParaRPr>
          </a:p>
        </p:txBody>
      </p:sp>
      <p:sp>
        <p:nvSpPr>
          <p:cNvPr id="45" name="Rectangle 6"/>
          <p:cNvSpPr>
            <a:spLocks noChangeArrowheads="1"/>
          </p:cNvSpPr>
          <p:nvPr/>
        </p:nvSpPr>
        <p:spPr bwMode="auto">
          <a:xfrm>
            <a:off x="975624" y="1319656"/>
            <a:ext cx="10240752" cy="35105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200000"/>
              </a:lnSpc>
              <a:buClr>
                <a:srgbClr val="0066CC"/>
              </a:buClr>
              <a:buFont typeface="Wingdings" panose="05000000000000000000" pitchFamily="2" charset="2"/>
              <a:buChar char="q"/>
            </a:pPr>
            <a:r>
              <a:rPr lang="en-US" altLang="zh-CN" sz="2800" b="1" dirty="0">
                <a:latin typeface="+mn-lt"/>
                <a:ea typeface="+mn-ea"/>
                <a:cs typeface="+mn-ea"/>
                <a:sym typeface="+mn-lt"/>
              </a:rPr>
              <a:t>  </a:t>
            </a:r>
            <a:r>
              <a:rPr lang="zh-CN" altLang="en-US" sz="2400" b="1" dirty="0">
                <a:solidFill>
                  <a:srgbClr val="FF0000"/>
                </a:solidFill>
                <a:latin typeface="+mn-lt"/>
                <a:ea typeface="+mn-ea"/>
                <a:cs typeface="+mn-ea"/>
                <a:sym typeface="+mn-lt"/>
              </a:rPr>
              <a:t>最终成绩 </a:t>
            </a:r>
            <a:r>
              <a:rPr lang="en-US" altLang="zh-CN" sz="2400" b="1" dirty="0">
                <a:solidFill>
                  <a:srgbClr val="FF0000"/>
                </a:solidFill>
                <a:latin typeface="+mn-lt"/>
                <a:ea typeface="+mn-ea"/>
                <a:cs typeface="+mn-ea"/>
                <a:sym typeface="+mn-lt"/>
              </a:rPr>
              <a:t>= </a:t>
            </a:r>
            <a:r>
              <a:rPr lang="zh-CN" altLang="en-US" sz="2400" b="1" dirty="0">
                <a:solidFill>
                  <a:srgbClr val="FF0000"/>
                </a:solidFill>
                <a:latin typeface="+mn-lt"/>
                <a:ea typeface="+mn-ea"/>
                <a:cs typeface="+mn-ea"/>
                <a:sym typeface="+mn-lt"/>
              </a:rPr>
              <a:t>理论考核成绩</a:t>
            </a:r>
            <a:r>
              <a:rPr lang="en-US" altLang="zh-CN" sz="2400" b="1" dirty="0">
                <a:solidFill>
                  <a:srgbClr val="FF0000"/>
                </a:solidFill>
                <a:latin typeface="+mn-lt"/>
                <a:ea typeface="+mn-ea"/>
                <a:cs typeface="+mn-ea"/>
                <a:sym typeface="+mn-lt"/>
              </a:rPr>
              <a:t>*40% + </a:t>
            </a:r>
            <a:r>
              <a:rPr lang="zh-CN" altLang="en-US" sz="2400" b="1" dirty="0">
                <a:solidFill>
                  <a:srgbClr val="FF0000"/>
                </a:solidFill>
                <a:latin typeface="+mn-lt"/>
                <a:ea typeface="+mn-ea"/>
                <a:cs typeface="+mn-ea"/>
                <a:sym typeface="+mn-lt"/>
              </a:rPr>
              <a:t>实操考核成绩（复旦大学电子设计竞赛成绩）</a:t>
            </a:r>
            <a:r>
              <a:rPr lang="en-US" altLang="zh-CN" sz="2400" b="1" dirty="0">
                <a:solidFill>
                  <a:srgbClr val="FF0000"/>
                </a:solidFill>
                <a:latin typeface="+mn-lt"/>
                <a:ea typeface="+mn-ea"/>
                <a:cs typeface="+mn-ea"/>
                <a:sym typeface="+mn-lt"/>
              </a:rPr>
              <a:t>*60%</a:t>
            </a:r>
          </a:p>
          <a:p>
            <a:pPr eaLnBrk="1" hangingPunct="1">
              <a:lnSpc>
                <a:spcPct val="200000"/>
              </a:lnSpc>
              <a:buClr>
                <a:srgbClr val="0066CC"/>
              </a:buClr>
              <a:buFont typeface="Wingdings" panose="05000000000000000000" pitchFamily="2" charset="2"/>
              <a:buChar char="q"/>
            </a:pPr>
            <a:r>
              <a:rPr lang="zh-CN" altLang="en-US" sz="2400" b="1" dirty="0">
                <a:latin typeface="+mn-lt"/>
                <a:ea typeface="+mn-ea"/>
                <a:cs typeface="+mn-ea"/>
                <a:sym typeface="+mn-lt"/>
              </a:rPr>
              <a:t>理论考核成绩将于</a:t>
            </a:r>
            <a:r>
              <a:rPr lang="en-US" altLang="zh-CN" sz="2400" b="1" dirty="0">
                <a:latin typeface="+mn-lt"/>
                <a:ea typeface="+mn-ea"/>
                <a:cs typeface="+mn-ea"/>
                <a:sym typeface="+mn-lt"/>
              </a:rPr>
              <a:t>5</a:t>
            </a:r>
            <a:r>
              <a:rPr lang="zh-CN" altLang="en-US" sz="2400" b="1" dirty="0">
                <a:latin typeface="+mn-lt"/>
                <a:ea typeface="+mn-ea"/>
                <a:cs typeface="+mn-ea"/>
                <a:sym typeface="+mn-lt"/>
              </a:rPr>
              <a:t>月</a:t>
            </a:r>
            <a:r>
              <a:rPr lang="en-US" altLang="zh-CN" sz="2400" b="1" dirty="0">
                <a:latin typeface="+mn-lt"/>
                <a:ea typeface="+mn-ea"/>
                <a:cs typeface="+mn-ea"/>
                <a:sym typeface="+mn-lt"/>
              </a:rPr>
              <a:t>28</a:t>
            </a:r>
            <a:r>
              <a:rPr lang="zh-CN" altLang="en-US" sz="2400" b="1" dirty="0">
                <a:latin typeface="+mn-lt"/>
                <a:ea typeface="+mn-ea"/>
                <a:cs typeface="+mn-ea"/>
                <a:sym typeface="+mn-lt"/>
              </a:rPr>
              <a:t>公布</a:t>
            </a:r>
            <a:endParaRPr lang="en-US" altLang="zh-CN" sz="2400" b="1" dirty="0">
              <a:latin typeface="+mn-lt"/>
              <a:ea typeface="+mn-ea"/>
              <a:cs typeface="+mn-ea"/>
              <a:sym typeface="+mn-lt"/>
            </a:endParaRPr>
          </a:p>
          <a:p>
            <a:pPr eaLnBrk="1" hangingPunct="1">
              <a:lnSpc>
                <a:spcPct val="200000"/>
              </a:lnSpc>
              <a:buClr>
                <a:srgbClr val="0066CC"/>
              </a:buClr>
              <a:buFont typeface="Wingdings" panose="05000000000000000000" pitchFamily="2" charset="2"/>
              <a:buChar char="q"/>
            </a:pPr>
            <a:r>
              <a:rPr lang="zh-CN" altLang="en-US" sz="2400" b="1" dirty="0">
                <a:solidFill>
                  <a:srgbClr val="FF0000"/>
                </a:solidFill>
                <a:cs typeface="+mn-ea"/>
                <a:sym typeface="+mn-lt"/>
              </a:rPr>
              <a:t>实操考核暨复旦大学电子设计竞赛具体细则后续公布</a:t>
            </a:r>
            <a:endParaRPr lang="zh-CN" altLang="en-US" sz="2400" b="1" dirty="0">
              <a:latin typeface="+mn-lt"/>
              <a:ea typeface="+mn-ea"/>
              <a:cs typeface="+mn-ea"/>
              <a:sym typeface="+mn-lt"/>
            </a:endParaRPr>
          </a:p>
          <a:p>
            <a:pPr eaLnBrk="1" hangingPunct="1">
              <a:lnSpc>
                <a:spcPts val="3000"/>
              </a:lnSpc>
              <a:buClr>
                <a:srgbClr val="0066CC"/>
              </a:buClr>
              <a:buFont typeface="Wingdings" panose="05000000000000000000" pitchFamily="2" charset="2"/>
              <a:buChar char="q"/>
            </a:pPr>
            <a:endParaRPr lang="zh-CN" altLang="en-US" sz="2400" b="1" dirty="0">
              <a:latin typeface="+mn-ea"/>
              <a:ea typeface="+mn-ea"/>
              <a:cs typeface="+mn-ea"/>
              <a:sym typeface="+mn-lt"/>
            </a:endParaRPr>
          </a:p>
        </p:txBody>
      </p:sp>
      <p:sp>
        <p:nvSpPr>
          <p:cNvPr id="16" name="标题 1">
            <a:extLst>
              <a:ext uri="{FF2B5EF4-FFF2-40B4-BE49-F238E27FC236}">
                <a16:creationId xmlns:a16="http://schemas.microsoft.com/office/drawing/2014/main" id="{AF466D9B-AF97-49A5-88BF-719A7F647BDD}"/>
              </a:ext>
            </a:extLst>
          </p:cNvPr>
          <p:cNvSpPr>
            <a:spLocks noGrp="1"/>
          </p:cNvSpPr>
          <p:nvPr>
            <p:ph type="title"/>
          </p:nvPr>
        </p:nvSpPr>
        <p:spPr>
          <a:xfrm>
            <a:off x="795" y="-749"/>
            <a:ext cx="12191205" cy="899250"/>
          </a:xfrm>
        </p:spPr>
        <p:txBody>
          <a:bodyPr/>
          <a:lstStyle/>
          <a:p>
            <a:r>
              <a:rPr lang="zh-CN" altLang="en-US" dirty="0"/>
              <a:t>选拔成绩构成</a:t>
            </a:r>
          </a:p>
        </p:txBody>
      </p:sp>
    </p:spTree>
    <p:extLst>
      <p:ext uri="{BB962C8B-B14F-4D97-AF65-F5344CB8AC3E}">
        <p14:creationId xmlns:p14="http://schemas.microsoft.com/office/powerpoint/2010/main" val="670882213"/>
      </p:ext>
    </p:extLst>
  </p:cSld>
  <p:clrMapOvr>
    <a:masterClrMapping/>
  </p:clrMapOvr>
  <p:transition spd="med" advTm="26471">
    <p:pul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5"/>
                                        </p:tgtEl>
                                        <p:attrNameLst>
                                          <p:attrName>style.visibility</p:attrName>
                                        </p:attrNameLst>
                                      </p:cBhvr>
                                      <p:to>
                                        <p:strVal val="visible"/>
                                      </p:to>
                                    </p:set>
                                    <p:animEffect transition="in" filter="wipe(left)">
                                      <p:cBhvr>
                                        <p:cTn id="7" dur="500"/>
                                        <p:tgtEl>
                                          <p:spTgt spid="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 name="TextBox 36"/>
          <p:cNvSpPr txBox="1"/>
          <p:nvPr/>
        </p:nvSpPr>
        <p:spPr>
          <a:xfrm>
            <a:off x="40330" y="1148416"/>
            <a:ext cx="2509439" cy="461665"/>
          </a:xfrm>
          <a:prstGeom prst="rect">
            <a:avLst/>
          </a:prstGeom>
          <a:noFill/>
        </p:spPr>
        <p:txBody>
          <a:bodyPr wrap="square" rtlCol="0">
            <a:spAutoFit/>
          </a:bodyPr>
          <a:lstStyle/>
          <a:p>
            <a:pPr algn="ctr"/>
            <a:r>
              <a:rPr lang="zh-CN" altLang="en-US" b="1" dirty="0">
                <a:solidFill>
                  <a:schemeClr val="bg1"/>
                </a:solidFill>
                <a:latin typeface="+mn-lt"/>
                <a:ea typeface="+mn-ea"/>
                <a:cs typeface="+mn-ea"/>
                <a:sym typeface="+mn-lt"/>
              </a:rPr>
              <a:t>中国情怀</a:t>
            </a:r>
            <a:endParaRPr lang="zh-CN" altLang="en-US" sz="2400" b="1" dirty="0">
              <a:solidFill>
                <a:schemeClr val="bg1"/>
              </a:solidFill>
              <a:latin typeface="+mn-lt"/>
              <a:ea typeface="+mn-ea"/>
              <a:cs typeface="+mn-ea"/>
              <a:sym typeface="+mn-lt"/>
            </a:endParaRPr>
          </a:p>
        </p:txBody>
      </p:sp>
      <p:sp>
        <p:nvSpPr>
          <p:cNvPr id="45" name="Rectangle 6"/>
          <p:cNvSpPr>
            <a:spLocks noChangeArrowheads="1"/>
          </p:cNvSpPr>
          <p:nvPr/>
        </p:nvSpPr>
        <p:spPr bwMode="auto">
          <a:xfrm>
            <a:off x="3187119" y="3622730"/>
            <a:ext cx="6973724" cy="4977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ts val="3000"/>
              </a:lnSpc>
              <a:buClr>
                <a:srgbClr val="0066CC"/>
              </a:buClr>
            </a:pPr>
            <a:r>
              <a:rPr lang="zh-CN" altLang="en-US" sz="5400" b="1" dirty="0">
                <a:ln w="6600">
                  <a:solidFill>
                    <a:schemeClr val="accent2"/>
                  </a:solidFill>
                  <a:prstDash val="solid"/>
                </a:ln>
                <a:solidFill>
                  <a:srgbClr val="FFFFFF"/>
                </a:solidFill>
                <a:effectLst>
                  <a:outerShdw dist="38100" dir="2700000" algn="tl" rotWithShape="0">
                    <a:schemeClr val="accent2"/>
                  </a:outerShdw>
                </a:effectLst>
                <a:latin typeface="+mn-ea"/>
                <a:ea typeface="+mn-ea"/>
                <a:cs typeface="+mn-ea"/>
                <a:sym typeface="+mn-lt"/>
              </a:rPr>
              <a:t>预祝大家考试顺利！</a:t>
            </a:r>
          </a:p>
        </p:txBody>
      </p:sp>
      <p:sp>
        <p:nvSpPr>
          <p:cNvPr id="16" name="标题 1">
            <a:extLst>
              <a:ext uri="{FF2B5EF4-FFF2-40B4-BE49-F238E27FC236}">
                <a16:creationId xmlns:a16="http://schemas.microsoft.com/office/drawing/2014/main" id="{AF466D9B-AF97-49A5-88BF-719A7F647BDD}"/>
              </a:ext>
            </a:extLst>
          </p:cNvPr>
          <p:cNvSpPr>
            <a:spLocks noGrp="1"/>
          </p:cNvSpPr>
          <p:nvPr>
            <p:ph type="title"/>
          </p:nvPr>
        </p:nvSpPr>
        <p:spPr>
          <a:xfrm>
            <a:off x="795" y="-749"/>
            <a:ext cx="12191205" cy="899250"/>
          </a:xfrm>
        </p:spPr>
        <p:txBody>
          <a:bodyPr/>
          <a:lstStyle/>
          <a:p>
            <a:endParaRPr lang="zh-CN" altLang="en-US" dirty="0"/>
          </a:p>
        </p:txBody>
      </p:sp>
    </p:spTree>
    <p:extLst>
      <p:ext uri="{BB962C8B-B14F-4D97-AF65-F5344CB8AC3E}">
        <p14:creationId xmlns:p14="http://schemas.microsoft.com/office/powerpoint/2010/main" val="1615765897"/>
      </p:ext>
    </p:extLst>
  </p:cSld>
  <p:clrMapOvr>
    <a:masterClrMapping/>
  </p:clrMapOvr>
  <p:transition spd="med" advTm="26471">
    <p:pul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5"/>
                                        </p:tgtEl>
                                        <p:attrNameLst>
                                          <p:attrName>style.visibility</p:attrName>
                                        </p:attrNameLst>
                                      </p:cBhvr>
                                      <p:to>
                                        <p:strVal val="visible"/>
                                      </p:to>
                                    </p:set>
                                    <p:animEffect transition="in" filter="wipe(left)">
                                      <p:cBhvr>
                                        <p:cTn id="7" dur="500"/>
                                        <p:tgtEl>
                                          <p:spTgt spid="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 name="TextBox 36"/>
          <p:cNvSpPr txBox="1"/>
          <p:nvPr/>
        </p:nvSpPr>
        <p:spPr>
          <a:xfrm>
            <a:off x="40330" y="1148416"/>
            <a:ext cx="2509439" cy="461665"/>
          </a:xfrm>
          <a:prstGeom prst="rect">
            <a:avLst/>
          </a:prstGeom>
          <a:noFill/>
        </p:spPr>
        <p:txBody>
          <a:bodyPr wrap="square" rtlCol="0">
            <a:spAutoFit/>
          </a:bodyPr>
          <a:lstStyle/>
          <a:p>
            <a:pPr algn="ctr"/>
            <a:r>
              <a:rPr lang="zh-CN" altLang="en-US" b="1" dirty="0">
                <a:solidFill>
                  <a:schemeClr val="bg1"/>
                </a:solidFill>
                <a:latin typeface="+mn-lt"/>
                <a:ea typeface="+mn-ea"/>
                <a:cs typeface="+mn-ea"/>
                <a:sym typeface="+mn-lt"/>
              </a:rPr>
              <a:t>中国情怀</a:t>
            </a:r>
            <a:endParaRPr lang="zh-CN" altLang="en-US" sz="2400" b="1" dirty="0">
              <a:solidFill>
                <a:schemeClr val="bg1"/>
              </a:solidFill>
              <a:latin typeface="+mn-lt"/>
              <a:ea typeface="+mn-ea"/>
              <a:cs typeface="+mn-ea"/>
              <a:sym typeface="+mn-lt"/>
            </a:endParaRPr>
          </a:p>
        </p:txBody>
      </p:sp>
      <p:sp>
        <p:nvSpPr>
          <p:cNvPr id="45" name="Rectangle 6"/>
          <p:cNvSpPr>
            <a:spLocks noChangeArrowheads="1"/>
          </p:cNvSpPr>
          <p:nvPr/>
        </p:nvSpPr>
        <p:spPr bwMode="auto">
          <a:xfrm>
            <a:off x="3733483" y="3570334"/>
            <a:ext cx="5069040" cy="5886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ts val="3000"/>
              </a:lnSpc>
              <a:buClr>
                <a:srgbClr val="0066CC"/>
              </a:buClr>
            </a:pPr>
            <a:r>
              <a:rPr lang="en-US" altLang="zh-CN" sz="9600" b="1" dirty="0">
                <a:ln w="6600">
                  <a:solidFill>
                    <a:schemeClr val="accent2"/>
                  </a:solidFill>
                  <a:prstDash val="solid"/>
                </a:ln>
                <a:solidFill>
                  <a:srgbClr val="FFFFFF"/>
                </a:solidFill>
                <a:effectLst>
                  <a:outerShdw dist="38100" dir="2700000" algn="tl" rotWithShape="0">
                    <a:schemeClr val="accent2"/>
                  </a:outerShdw>
                </a:effectLst>
                <a:latin typeface="+mn-ea"/>
                <a:ea typeface="+mn-ea"/>
                <a:cs typeface="+mn-ea"/>
                <a:sym typeface="+mn-lt"/>
              </a:rPr>
              <a:t>Q  &amp;  A </a:t>
            </a:r>
            <a:endParaRPr lang="zh-CN" altLang="en-US" sz="9600" b="1" dirty="0">
              <a:ln w="6600">
                <a:solidFill>
                  <a:schemeClr val="accent2"/>
                </a:solidFill>
                <a:prstDash val="solid"/>
              </a:ln>
              <a:solidFill>
                <a:srgbClr val="FFFFFF"/>
              </a:solidFill>
              <a:effectLst>
                <a:outerShdw dist="38100" dir="2700000" algn="tl" rotWithShape="0">
                  <a:schemeClr val="accent2"/>
                </a:outerShdw>
              </a:effectLst>
              <a:latin typeface="+mn-ea"/>
              <a:ea typeface="+mn-ea"/>
              <a:cs typeface="+mn-ea"/>
              <a:sym typeface="+mn-lt"/>
            </a:endParaRPr>
          </a:p>
        </p:txBody>
      </p:sp>
      <p:sp>
        <p:nvSpPr>
          <p:cNvPr id="16" name="标题 1">
            <a:extLst>
              <a:ext uri="{FF2B5EF4-FFF2-40B4-BE49-F238E27FC236}">
                <a16:creationId xmlns:a16="http://schemas.microsoft.com/office/drawing/2014/main" id="{AF466D9B-AF97-49A5-88BF-719A7F647BDD}"/>
              </a:ext>
            </a:extLst>
          </p:cNvPr>
          <p:cNvSpPr>
            <a:spLocks noGrp="1"/>
          </p:cNvSpPr>
          <p:nvPr>
            <p:ph type="title"/>
          </p:nvPr>
        </p:nvSpPr>
        <p:spPr>
          <a:xfrm>
            <a:off x="795" y="-749"/>
            <a:ext cx="12191205" cy="899250"/>
          </a:xfrm>
        </p:spPr>
        <p:txBody>
          <a:bodyPr/>
          <a:lstStyle/>
          <a:p>
            <a:endParaRPr lang="zh-CN" altLang="en-US" dirty="0"/>
          </a:p>
        </p:txBody>
      </p:sp>
    </p:spTree>
    <p:extLst>
      <p:ext uri="{BB962C8B-B14F-4D97-AF65-F5344CB8AC3E}">
        <p14:creationId xmlns:p14="http://schemas.microsoft.com/office/powerpoint/2010/main" val="3518212898"/>
      </p:ext>
    </p:extLst>
  </p:cSld>
  <p:clrMapOvr>
    <a:masterClrMapping/>
  </p:clrMapOvr>
  <p:transition spd="med" advTm="26471">
    <p:pul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5"/>
                                        </p:tgtEl>
                                        <p:attrNameLst>
                                          <p:attrName>style.visibility</p:attrName>
                                        </p:attrNameLst>
                                      </p:cBhvr>
                                      <p:to>
                                        <p:strVal val="visible"/>
                                      </p:to>
                                    </p:set>
                                    <p:animEffect transition="in" filter="wipe(left)">
                                      <p:cBhvr>
                                        <p:cTn id="7" dur="500"/>
                                        <p:tgtEl>
                                          <p:spTgt spid="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60364352"/>
      </p:ext>
    </p:extLst>
  </p:cSld>
  <p:clrMapOvr>
    <a:masterClrMapping/>
  </p:clrMapOvr>
</p:sld>
</file>

<file path=ppt/theme/theme1.xml><?xml version="1.0" encoding="utf-8"?>
<a:theme xmlns:a="http://schemas.openxmlformats.org/drawingml/2006/main" name="复旦大学电子实验中心母版">
  <a:themeElements>
    <a:clrScheme name="20171020-02">
      <a:dk1>
        <a:srgbClr val="000000"/>
      </a:dk1>
      <a:lt1>
        <a:srgbClr val="FFFFFF"/>
      </a:lt1>
      <a:dk2>
        <a:srgbClr val="778495"/>
      </a:dk2>
      <a:lt2>
        <a:srgbClr val="F0F0F0"/>
      </a:lt2>
      <a:accent1>
        <a:srgbClr val="2B4E72"/>
      </a:accent1>
      <a:accent2>
        <a:srgbClr val="2790B0"/>
      </a:accent2>
      <a:accent3>
        <a:srgbClr val="94BA65"/>
      </a:accent3>
      <a:accent4>
        <a:srgbClr val="353432"/>
      </a:accent4>
      <a:accent5>
        <a:srgbClr val="4E4D4A"/>
      </a:accent5>
      <a:accent6>
        <a:srgbClr val="BFBFBF"/>
      </a:accent6>
      <a:hlink>
        <a:srgbClr val="0077B5"/>
      </a:hlink>
      <a:folHlink>
        <a:srgbClr val="BFBFBF"/>
      </a:folHlink>
    </a:clrScheme>
    <a:fontScheme name="自定义 1">
      <a:majorFont>
        <a:latin typeface="Times New Roman"/>
        <a:ea typeface="微软雅黑"/>
        <a:cs typeface=""/>
      </a:majorFont>
      <a:minorFont>
        <a:latin typeface="Times New Roman"/>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主题5" id="{B8EDB911-D765-4A7B-BBC7-40DBB672FBA6}" vid="{AECAB1C0-5DF6-436C-85E8-20094DBE11C0}"/>
    </a:ext>
  </a:extLst>
</a:theme>
</file>

<file path=ppt/theme/theme2.xml><?xml version="1.0" encoding="utf-8"?>
<a:theme xmlns:a="http://schemas.openxmlformats.org/drawingml/2006/main" name="复旦大学电子实验中心母版结尾页">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自定义 1">
      <a:majorFont>
        <a:latin typeface="Times New Roman"/>
        <a:ea typeface="微软雅黑"/>
        <a:cs typeface=""/>
      </a:majorFont>
      <a:minorFont>
        <a:latin typeface="Times New Roman"/>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5511</TotalTime>
  <Words>527</Words>
  <Application>Microsoft Office PowerPoint</Application>
  <PresentationFormat>宽屏</PresentationFormat>
  <Paragraphs>78</Paragraphs>
  <Slides>12</Slides>
  <Notes>10</Notes>
  <HiddenSlides>0</HiddenSlides>
  <MMClips>0</MMClips>
  <ScaleCrop>false</ScaleCrop>
  <HeadingPairs>
    <vt:vector size="6" baseType="variant">
      <vt:variant>
        <vt:lpstr>已用的字体</vt:lpstr>
      </vt:variant>
      <vt:variant>
        <vt:i4>7</vt:i4>
      </vt:variant>
      <vt:variant>
        <vt:lpstr>主题</vt:lpstr>
      </vt:variant>
      <vt:variant>
        <vt:i4>2</vt:i4>
      </vt:variant>
      <vt:variant>
        <vt:lpstr>幻灯片标题</vt:lpstr>
      </vt:variant>
      <vt:variant>
        <vt:i4>12</vt:i4>
      </vt:variant>
    </vt:vector>
  </HeadingPairs>
  <TitlesOfParts>
    <vt:vector size="21" baseType="lpstr">
      <vt:lpstr>等线</vt:lpstr>
      <vt:lpstr>宋体</vt:lpstr>
      <vt:lpstr>微软雅黑</vt:lpstr>
      <vt:lpstr>Arial</vt:lpstr>
      <vt:lpstr>Century Gothic</vt:lpstr>
      <vt:lpstr>Times New Roman</vt:lpstr>
      <vt:lpstr>Wingdings</vt:lpstr>
      <vt:lpstr>复旦大学电子实验中心母版</vt:lpstr>
      <vt:lpstr>复旦大学电子实验中心母版结尾页</vt:lpstr>
      <vt:lpstr>理论考核注意事项</vt:lpstr>
      <vt:lpstr>理论考核时间、地点</vt:lpstr>
      <vt:lpstr>理论考核形式</vt:lpstr>
      <vt:lpstr>组队要求</vt:lpstr>
      <vt:lpstr>报名方法</vt:lpstr>
      <vt:lpstr>考试内容</vt:lpstr>
      <vt:lpstr>考试题型</vt:lpstr>
      <vt:lpstr>考场规则</vt:lpstr>
      <vt:lpstr>选拔成绩构成</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黄奇伟</dc:creator>
  <cp:lastModifiedBy>彦淇 黄</cp:lastModifiedBy>
  <cp:revision>234</cp:revision>
  <dcterms:created xsi:type="dcterms:W3CDTF">2018-10-08T12:30:06Z</dcterms:created>
  <dcterms:modified xsi:type="dcterms:W3CDTF">2025-05-09T10:02:19Z</dcterms:modified>
</cp:coreProperties>
</file>